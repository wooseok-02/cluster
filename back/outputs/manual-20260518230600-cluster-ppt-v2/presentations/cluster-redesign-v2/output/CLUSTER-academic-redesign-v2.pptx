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6"/>
  </p:normalViewPr>
  <p:slideViewPr>
    <p:cSldViewPr snapToGrid="0">
      <p:cViewPr>
        <p:scale>
          <a:sx n="103" d="100"/>
          <a:sy n="103" d="100"/>
        </p:scale>
        <p:origin x="-35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160FC6-C01E-434F-B245-2A80DCE98D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5196B5-F8A4-49F7-8F2A-782DA2B9C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DF94BB-38F4-4E81-B143-2EFF3E46DBAD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BF56A4-B2BF-4131-9201-1509B0378A83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6A21D3-8263-4685-B399-26DD541046B9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4C9BA4-3AA0-4B5D-A0BE-40CE938C800A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18E874-C1F2-480B-806C-3C0E4A625618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8292D2-61B1-4353-9A21-0158155757CC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AB774B-69B6-4E37-9B9C-D4A7511E2AB5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C1D6DE-6333-48BC-A1B6-1452D6AD8913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73126E-07F1-4D93-940B-050F9A31B5F9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045E95-018B-4858-9D68-653E14DF1B65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4247DB-4066-4A32-BCDF-857ABC9E3732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B61FE9-76BB-4007-8FCC-40CEDE760B9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55EF57-81EE-478D-A68D-6E756D000299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E4803B-30E2-4A69-999D-B03F7C9F5AA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BD3E4F-2C98-45B9-A4D1-0CBE114DF75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C74DDE-69F4-48BE-AE3F-C11E3851B68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E5C153-B02F-4880-9A80-EFA6B0D3021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0B5EC5-9B12-43C0-811A-DBCF1DB3660F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BAF4DD-FF01-45EF-8CD3-ABAEEBEE4810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F56096-1CAF-4DE0-8332-82AEA4116296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COVER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DAB2D3-19E1-448C-80BD-82E24634E76B}"/>
              </a:ext>
            </a:extLst>
          </p:cNvPr>
          <p:cNvSpPr>
            <a:spLocks noGrp="1"/>
          </p:cNvSpPr>
          <p:nvPr/>
        </p:nvSpPr>
        <p:spPr>
          <a:xfrm>
            <a:off x="914400" y="781050"/>
            <a:ext cx="10363200" cy="49530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FFCF8A-2D9D-4E51-A7B1-BD1E9538E6C0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97917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DA4CF0-BE06-4F73-BA99-BF09FAB0F1A8}"/>
              </a:ext>
            </a:extLst>
          </p:cNvPr>
          <p:cNvSpPr>
            <a:spLocks noGrp="1"/>
          </p:cNvSpPr>
          <p:nvPr/>
        </p:nvSpPr>
        <p:spPr>
          <a:xfrm>
            <a:off x="0" y="1581150"/>
            <a:ext cx="1219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6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46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4C338B2-43D7-40F7-9E7C-DD4A0097CA9D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3162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57094F-2AB2-4B78-A4E7-CF9E6A57E7A2}"/>
              </a:ext>
            </a:extLst>
          </p:cNvPr>
          <p:cNvSpPr>
            <a:spLocks noGrp="1"/>
          </p:cNvSpPr>
          <p:nvPr/>
        </p:nvSpPr>
        <p:spPr>
          <a:xfrm>
            <a:off x="0" y="3105150"/>
            <a:ext cx="1219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사진 한 장으로 인생을 기록하다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FAB5F1-F06D-4275-92C2-2E63B950426D}"/>
              </a:ext>
            </a:extLst>
          </p:cNvPr>
          <p:cNvSpPr>
            <a:spLocks noGrp="1"/>
          </p:cNvSpPr>
          <p:nvPr/>
        </p:nvSpPr>
        <p:spPr>
          <a:xfrm>
            <a:off x="0" y="4991100"/>
            <a:ext cx="1219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최우석 · 김성애  |  한국정보통신학회 춘계학술대회 2026</a:t>
            </a:r>
          </a:p>
        </p:txBody>
      </p:sp>
    </p:spTree>
    <p:extLst>
      <p:ext uri="{BB962C8B-B14F-4D97-AF65-F5344CB8AC3E}">
        <p14:creationId xmlns:p14="http://schemas.microsoft.com/office/powerpoint/2010/main" val="20765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E65FDE66-939E-4BE4-AC1E-4DA16B6E8688}"/>
              </a:ext>
            </a:extLst>
          </p:cNvPr>
          <p:cNvSpPr>
            <a:spLocks noGrp="1"/>
          </p:cNvSpPr>
          <p:nvPr/>
        </p:nvSpPr>
        <p:spPr>
          <a:xfrm>
            <a:off x="114300" y="395931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171130-C7C2-442B-854E-D679B0704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3D7D39-D02E-4860-8CBB-5E162F550B89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9E7994-AF44-4D30-B541-08A790285DFF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373D1C-060D-4897-8E4F-5DE016668821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574379-F64F-46D8-A39A-2A2B91EEE148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E694F7-3DD1-4852-A820-9B4C6672DA85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12DEE0-0816-4EC5-AB0E-22A0B57E68B9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9C628E-4264-4CFB-AB14-41F27B506BF9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E91A6-DE31-4A3F-A769-777F59FEC39C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96C758-3EC7-48AE-B4AC-74F2D1A918A9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64CEC2-B62F-46AE-A161-CEEE17D1EAE0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131BD4-70D3-48BB-8EE1-A9A9199F50C4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7B1DA5-FA76-41EB-B61B-2FFE3E16F7D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0BF803-0446-4911-8845-431DEA055714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F9148F-7194-4959-A4D6-8630E23CA18D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776207-A43C-4D3B-9543-AA8C2AB96F1A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DA44EF-7F39-4B3F-8167-973DC036BEBF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D2284E-FAEB-4150-8512-09CC47E13E8F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F435CB-D170-442D-8C07-E1CFE5D3C8EE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568978-0E2F-4AF3-A135-61C94DE9D7BF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0F7835-8072-4C38-B0E2-A17AD5EAD4C9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FF8474-B6D9-4954-9668-03A8CFBC2F32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DATA IMPACT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B99EDA-199E-41C6-B623-06ADABB6ACA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사진은 폭증하지만, 기억은 구조화되지 않습니다.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DF8583-91C6-4CC3-B302-8B65FE0FD5E9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83DB61-CDA5-4FC2-9BE0-B9A8EA898B9A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4191000" cy="39052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D1952F-D48F-49BD-A36E-A694F6ED2160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41910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B2E5C8-A9E5-4290-A84C-5569B707C347}"/>
              </a:ext>
            </a:extLst>
          </p:cNvPr>
          <p:cNvSpPr>
            <a:spLocks noGrp="1"/>
          </p:cNvSpPr>
          <p:nvPr/>
        </p:nvSpPr>
        <p:spPr>
          <a:xfrm>
            <a:off x="1162050" y="18478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96473"/>
                </a:solidFill>
                <a:latin typeface="Aptos Mono"/>
                <a:ea typeface="Aptos Mono"/>
                <a:cs typeface="Aptos Mono"/>
              </a:defRPr>
            </a:pPr>
            <a:r>
              <a:rPr lang="en-US" altLang="ko-KR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2025</a:t>
            </a:r>
            <a:r>
              <a:rPr lang="ko-KR" altLang="en-US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년 전 세계 사진 </a:t>
            </a:r>
            <a:r>
              <a:rPr lang="ko-KR" altLang="en-US" sz="825" b="1" dirty="0" err="1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촬영량</a:t>
            </a:r>
            <a:endParaRPr sz="825" b="1" dirty="0">
              <a:solidFill>
                <a:srgbClr val="69647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CFF7B2-BAED-40D0-A8B1-CEC8B22B3626}"/>
              </a:ext>
            </a:extLst>
          </p:cNvPr>
          <p:cNvSpPr>
            <a:spLocks noGrp="1"/>
          </p:cNvSpPr>
          <p:nvPr/>
        </p:nvSpPr>
        <p:spPr>
          <a:xfrm>
            <a:off x="1162050" y="21526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3300" b="1" dirty="0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2.1</a:t>
            </a:r>
            <a:r>
              <a:rPr sz="3300" b="1" dirty="0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조 </a:t>
            </a:r>
            <a:r>
              <a:rPr sz="3300" b="1" dirty="0" err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장</a:t>
            </a:r>
            <a:endParaRPr sz="3300" b="1" dirty="0">
              <a:solidFill>
                <a:srgbClr val="34104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4D89EE-3B5B-4515-A074-B44DBADD16E1}"/>
              </a:ext>
            </a:extLst>
          </p:cNvPr>
          <p:cNvSpPr>
            <a:spLocks noGrp="1"/>
          </p:cNvSpPr>
          <p:nvPr/>
        </p:nvSpPr>
        <p:spPr>
          <a:xfrm>
            <a:off x="1143000" y="2668081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200" b="0" dirty="0">
              <a:solidFill>
                <a:srgbClr val="6964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97FD02-AC39-485F-8F19-C16306B761BC}"/>
              </a:ext>
            </a:extLst>
          </p:cNvPr>
          <p:cNvSpPr>
            <a:spLocks noGrp="1"/>
          </p:cNvSpPr>
          <p:nvPr/>
        </p:nvSpPr>
        <p:spPr>
          <a:xfrm>
            <a:off x="1200150" y="3295650"/>
            <a:ext cx="104775" cy="12192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B8D47E-30B3-4209-AFB2-03DDBE606B71}"/>
              </a:ext>
            </a:extLst>
          </p:cNvPr>
          <p:cNvSpPr>
            <a:spLocks noGrp="1"/>
          </p:cNvSpPr>
          <p:nvPr/>
        </p:nvSpPr>
        <p:spPr>
          <a:xfrm>
            <a:off x="1381125" y="3257550"/>
            <a:ext cx="104775" cy="12573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45C74D-8643-4F55-BBCC-4979245F2AE6}"/>
              </a:ext>
            </a:extLst>
          </p:cNvPr>
          <p:cNvSpPr>
            <a:spLocks noGrp="1"/>
          </p:cNvSpPr>
          <p:nvPr/>
        </p:nvSpPr>
        <p:spPr>
          <a:xfrm>
            <a:off x="1562100" y="3219450"/>
            <a:ext cx="104775" cy="12954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0F3463C-4EE1-4242-9792-A172936103EE}"/>
              </a:ext>
            </a:extLst>
          </p:cNvPr>
          <p:cNvSpPr>
            <a:spLocks noGrp="1"/>
          </p:cNvSpPr>
          <p:nvPr/>
        </p:nvSpPr>
        <p:spPr>
          <a:xfrm>
            <a:off x="1743075" y="3181350"/>
            <a:ext cx="104775" cy="13335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62A188E-26F6-4B24-A499-077E6D350836}"/>
              </a:ext>
            </a:extLst>
          </p:cNvPr>
          <p:cNvSpPr>
            <a:spLocks noGrp="1"/>
          </p:cNvSpPr>
          <p:nvPr/>
        </p:nvSpPr>
        <p:spPr>
          <a:xfrm>
            <a:off x="1924050" y="3143250"/>
            <a:ext cx="104775" cy="13716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98FD473-4E84-4D30-B13E-E5D42CF44D2B}"/>
              </a:ext>
            </a:extLst>
          </p:cNvPr>
          <p:cNvSpPr>
            <a:spLocks noGrp="1"/>
          </p:cNvSpPr>
          <p:nvPr/>
        </p:nvSpPr>
        <p:spPr>
          <a:xfrm>
            <a:off x="2105025" y="3105150"/>
            <a:ext cx="104775" cy="14097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644A696-6943-4FCB-9A64-2CBCE58CB406}"/>
              </a:ext>
            </a:extLst>
          </p:cNvPr>
          <p:cNvSpPr>
            <a:spLocks noGrp="1"/>
          </p:cNvSpPr>
          <p:nvPr/>
        </p:nvSpPr>
        <p:spPr>
          <a:xfrm>
            <a:off x="2286000" y="3067050"/>
            <a:ext cx="104775" cy="14478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D931F4E-DFD7-4D24-AB71-1A6594AFE04B}"/>
              </a:ext>
            </a:extLst>
          </p:cNvPr>
          <p:cNvSpPr>
            <a:spLocks noGrp="1"/>
          </p:cNvSpPr>
          <p:nvPr/>
        </p:nvSpPr>
        <p:spPr>
          <a:xfrm>
            <a:off x="2466975" y="3028950"/>
            <a:ext cx="104775" cy="14859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D17A31A-49B0-45B1-BCD0-2B03CC11CE62}"/>
              </a:ext>
            </a:extLst>
          </p:cNvPr>
          <p:cNvSpPr>
            <a:spLocks noGrp="1"/>
          </p:cNvSpPr>
          <p:nvPr/>
        </p:nvSpPr>
        <p:spPr>
          <a:xfrm>
            <a:off x="2647950" y="2990850"/>
            <a:ext cx="104775" cy="15240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1C524AE-D886-4BE8-8D1D-D690FAE75B45}"/>
              </a:ext>
            </a:extLst>
          </p:cNvPr>
          <p:cNvSpPr>
            <a:spLocks noGrp="1"/>
          </p:cNvSpPr>
          <p:nvPr/>
        </p:nvSpPr>
        <p:spPr>
          <a:xfrm>
            <a:off x="2828925" y="2952750"/>
            <a:ext cx="104775" cy="15621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B7509A-6CE2-4A36-98B2-5BB6FA1B103B}"/>
              </a:ext>
            </a:extLst>
          </p:cNvPr>
          <p:cNvSpPr>
            <a:spLocks noGrp="1"/>
          </p:cNvSpPr>
          <p:nvPr/>
        </p:nvSpPr>
        <p:spPr>
          <a:xfrm>
            <a:off x="3009900" y="2914650"/>
            <a:ext cx="104775" cy="16002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99286A-0E62-43EF-89DC-B76A4D2F6EAC}"/>
              </a:ext>
            </a:extLst>
          </p:cNvPr>
          <p:cNvSpPr>
            <a:spLocks noGrp="1"/>
          </p:cNvSpPr>
          <p:nvPr/>
        </p:nvSpPr>
        <p:spPr>
          <a:xfrm>
            <a:off x="3190875" y="2876550"/>
            <a:ext cx="104775" cy="16383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F749B29-D801-4599-833C-4BB5957376BD}"/>
              </a:ext>
            </a:extLst>
          </p:cNvPr>
          <p:cNvSpPr>
            <a:spLocks noGrp="1"/>
          </p:cNvSpPr>
          <p:nvPr/>
        </p:nvSpPr>
        <p:spPr>
          <a:xfrm>
            <a:off x="3371850" y="2838450"/>
            <a:ext cx="104775" cy="16764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85AA658-C678-4AFC-95C8-D4E935E09C87}"/>
              </a:ext>
            </a:extLst>
          </p:cNvPr>
          <p:cNvSpPr>
            <a:spLocks noGrp="1"/>
          </p:cNvSpPr>
          <p:nvPr/>
        </p:nvSpPr>
        <p:spPr>
          <a:xfrm>
            <a:off x="3552825" y="2800350"/>
            <a:ext cx="104775" cy="1714500"/>
          </a:xfrm>
          <a:prstGeom prst="rect">
            <a:avLst/>
          </a:prstGeom>
          <a:solidFill>
            <a:srgbClr val="D8CE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7EBF8B-0AF0-4E23-A0E7-0D920C572BEC}"/>
              </a:ext>
            </a:extLst>
          </p:cNvPr>
          <p:cNvSpPr>
            <a:spLocks noGrp="1"/>
          </p:cNvSpPr>
          <p:nvPr/>
        </p:nvSpPr>
        <p:spPr>
          <a:xfrm>
            <a:off x="3733800" y="2762250"/>
            <a:ext cx="104775" cy="17526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E6AA650-F072-46A2-8076-2723CA915590}"/>
              </a:ext>
            </a:extLst>
          </p:cNvPr>
          <p:cNvSpPr>
            <a:spLocks noGrp="1"/>
          </p:cNvSpPr>
          <p:nvPr/>
        </p:nvSpPr>
        <p:spPr>
          <a:xfrm>
            <a:off x="3914775" y="2724150"/>
            <a:ext cx="104775" cy="17907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739D019-9020-404E-872A-DABBC07E17E0}"/>
              </a:ext>
            </a:extLst>
          </p:cNvPr>
          <p:cNvSpPr>
            <a:spLocks noGrp="1"/>
          </p:cNvSpPr>
          <p:nvPr/>
        </p:nvSpPr>
        <p:spPr>
          <a:xfrm>
            <a:off x="4095750" y="2686050"/>
            <a:ext cx="104775" cy="18288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EBDA079-D181-46C1-8EAA-1247E132DC6B}"/>
              </a:ext>
            </a:extLst>
          </p:cNvPr>
          <p:cNvSpPr>
            <a:spLocks noGrp="1"/>
          </p:cNvSpPr>
          <p:nvPr/>
        </p:nvSpPr>
        <p:spPr>
          <a:xfrm>
            <a:off x="4276725" y="2647950"/>
            <a:ext cx="104775" cy="18669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9935086-F8EF-4CE1-BDE9-F5C7DF03BA5B}"/>
              </a:ext>
            </a:extLst>
          </p:cNvPr>
          <p:cNvSpPr>
            <a:spLocks noGrp="1"/>
          </p:cNvSpPr>
          <p:nvPr/>
        </p:nvSpPr>
        <p:spPr>
          <a:xfrm>
            <a:off x="1181100" y="4762500"/>
            <a:ext cx="3390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촬영량의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절대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규모는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커졌지만</a:t>
            </a:r>
            <a:endParaRPr sz="1050" b="0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관계·장소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정보는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대부분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비구조화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상태로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남습니다</a:t>
            </a:r>
            <a:r>
              <a:rPr sz="1050" b="0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542B650-7412-4F3F-B34A-A1011FE8820D}"/>
              </a:ext>
            </a:extLst>
          </p:cNvPr>
          <p:cNvSpPr>
            <a:spLocks noGrp="1"/>
          </p:cNvSpPr>
          <p:nvPr/>
        </p:nvSpPr>
        <p:spPr>
          <a:xfrm>
            <a:off x="5505450" y="1638300"/>
            <a:ext cx="2495550" cy="39052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C4B354-9E99-46EF-83BA-95458090B19E}"/>
              </a:ext>
            </a:extLst>
          </p:cNvPr>
          <p:cNvSpPr>
            <a:spLocks noGrp="1"/>
          </p:cNvSpPr>
          <p:nvPr/>
        </p:nvSpPr>
        <p:spPr>
          <a:xfrm>
            <a:off x="5429250" y="1562100"/>
            <a:ext cx="2495550" cy="3905250"/>
          </a:xfrm>
          <a:prstGeom prst="rect">
            <a:avLst/>
          </a:prstGeom>
          <a:solidFill>
            <a:srgbClr val="FBFAF7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1FED047-0730-41CC-8970-FDCCAB61D567}"/>
              </a:ext>
            </a:extLst>
          </p:cNvPr>
          <p:cNvSpPr>
            <a:spLocks noGrp="1"/>
          </p:cNvSpPr>
          <p:nvPr/>
        </p:nvSpPr>
        <p:spPr>
          <a:xfrm>
            <a:off x="5695950" y="1847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96473"/>
                </a:solidFill>
                <a:latin typeface="Aptos Mono"/>
                <a:ea typeface="Aptos Mono"/>
                <a:cs typeface="Aptos Mono"/>
              </a:defRPr>
            </a:pPr>
            <a:r>
              <a:rPr lang="ko-KR" altLang="en-US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촬영 기기 비중 </a:t>
            </a:r>
            <a:r>
              <a:rPr lang="en-US" altLang="ko-KR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:</a:t>
            </a:r>
            <a:r>
              <a:rPr lang="ko-KR" altLang="en-US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 스마트폰</a:t>
            </a:r>
            <a:endParaRPr sz="825" b="1" dirty="0">
              <a:solidFill>
                <a:srgbClr val="69647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5F93F9F-CF82-4B62-B2E9-8AF76EF515A6}"/>
              </a:ext>
            </a:extLst>
          </p:cNvPr>
          <p:cNvSpPr>
            <a:spLocks noGrp="1"/>
          </p:cNvSpPr>
          <p:nvPr/>
        </p:nvSpPr>
        <p:spPr>
          <a:xfrm>
            <a:off x="5695950" y="2152650"/>
            <a:ext cx="1638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dirty="0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DB79130-7366-4F31-B656-F08A959CAD18}"/>
              </a:ext>
            </a:extLst>
          </p:cNvPr>
          <p:cNvSpPr>
            <a:spLocks noGrp="1"/>
          </p:cNvSpPr>
          <p:nvPr/>
        </p:nvSpPr>
        <p:spPr>
          <a:xfrm>
            <a:off x="569595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C32439B-BF66-4BB6-B776-454EB50A3C7B}"/>
              </a:ext>
            </a:extLst>
          </p:cNvPr>
          <p:cNvSpPr>
            <a:spLocks noGrp="1"/>
          </p:cNvSpPr>
          <p:nvPr/>
        </p:nvSpPr>
        <p:spPr>
          <a:xfrm>
            <a:off x="586740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9AA8500-8760-4FF2-B53B-A7D790BF0C8B}"/>
              </a:ext>
            </a:extLst>
          </p:cNvPr>
          <p:cNvSpPr>
            <a:spLocks noGrp="1"/>
          </p:cNvSpPr>
          <p:nvPr/>
        </p:nvSpPr>
        <p:spPr>
          <a:xfrm>
            <a:off x="603885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E2D290B-F140-4491-8905-BF14CD09499C}"/>
              </a:ext>
            </a:extLst>
          </p:cNvPr>
          <p:cNvSpPr>
            <a:spLocks noGrp="1"/>
          </p:cNvSpPr>
          <p:nvPr/>
        </p:nvSpPr>
        <p:spPr>
          <a:xfrm>
            <a:off x="621030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1563094-3E7B-44FD-8C3C-8AF16EFAC22F}"/>
              </a:ext>
            </a:extLst>
          </p:cNvPr>
          <p:cNvSpPr>
            <a:spLocks noGrp="1"/>
          </p:cNvSpPr>
          <p:nvPr/>
        </p:nvSpPr>
        <p:spPr>
          <a:xfrm>
            <a:off x="638175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D5AD55E-668E-4AE6-97E0-B9368A499A40}"/>
              </a:ext>
            </a:extLst>
          </p:cNvPr>
          <p:cNvSpPr>
            <a:spLocks noGrp="1"/>
          </p:cNvSpPr>
          <p:nvPr/>
        </p:nvSpPr>
        <p:spPr>
          <a:xfrm>
            <a:off x="655320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0DB56C3-6A2C-414E-B1C3-93FFFB852C06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80036A23-5D61-4F93-B365-BB8F093BBF9D}"/>
              </a:ext>
            </a:extLst>
          </p:cNvPr>
          <p:cNvSpPr>
            <a:spLocks noGrp="1"/>
          </p:cNvSpPr>
          <p:nvPr/>
        </p:nvSpPr>
        <p:spPr>
          <a:xfrm>
            <a:off x="689610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688B589-662F-4ADC-8E90-DEEBF12E27F4}"/>
              </a:ext>
            </a:extLst>
          </p:cNvPr>
          <p:cNvSpPr>
            <a:spLocks noGrp="1"/>
          </p:cNvSpPr>
          <p:nvPr/>
        </p:nvSpPr>
        <p:spPr>
          <a:xfrm>
            <a:off x="706755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9D1398B-54E4-4397-83AC-80E557A69050}"/>
              </a:ext>
            </a:extLst>
          </p:cNvPr>
          <p:cNvSpPr>
            <a:spLocks noGrp="1"/>
          </p:cNvSpPr>
          <p:nvPr/>
        </p:nvSpPr>
        <p:spPr>
          <a:xfrm>
            <a:off x="7239000" y="30861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A509225-17B7-440E-83D2-3A6DF19BDE6B}"/>
              </a:ext>
            </a:extLst>
          </p:cNvPr>
          <p:cNvSpPr>
            <a:spLocks noGrp="1"/>
          </p:cNvSpPr>
          <p:nvPr/>
        </p:nvSpPr>
        <p:spPr>
          <a:xfrm>
            <a:off x="569595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F52FE2D5-5CB8-474B-A186-961790B9F99E}"/>
              </a:ext>
            </a:extLst>
          </p:cNvPr>
          <p:cNvSpPr>
            <a:spLocks noGrp="1"/>
          </p:cNvSpPr>
          <p:nvPr/>
        </p:nvSpPr>
        <p:spPr>
          <a:xfrm>
            <a:off x="586740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28951349-1B40-47A7-9C69-A0AF7F3B5E03}"/>
              </a:ext>
            </a:extLst>
          </p:cNvPr>
          <p:cNvSpPr>
            <a:spLocks noGrp="1"/>
          </p:cNvSpPr>
          <p:nvPr/>
        </p:nvSpPr>
        <p:spPr>
          <a:xfrm>
            <a:off x="603885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6393632-C86B-49F3-9ACE-65BFD2629102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2B9E33BC-FB23-45FA-8AFC-39742188167E}"/>
              </a:ext>
            </a:extLst>
          </p:cNvPr>
          <p:cNvSpPr>
            <a:spLocks noGrp="1"/>
          </p:cNvSpPr>
          <p:nvPr/>
        </p:nvSpPr>
        <p:spPr>
          <a:xfrm>
            <a:off x="638175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A6620D44-D2EE-4645-9583-71E0CC2D2B61}"/>
              </a:ext>
            </a:extLst>
          </p:cNvPr>
          <p:cNvSpPr>
            <a:spLocks noGrp="1"/>
          </p:cNvSpPr>
          <p:nvPr/>
        </p:nvSpPr>
        <p:spPr>
          <a:xfrm>
            <a:off x="655320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7CD76A78-B954-430E-BC7E-4389DF4D7BED}"/>
              </a:ext>
            </a:extLst>
          </p:cNvPr>
          <p:cNvSpPr>
            <a:spLocks noGrp="1"/>
          </p:cNvSpPr>
          <p:nvPr/>
        </p:nvSpPr>
        <p:spPr>
          <a:xfrm>
            <a:off x="672465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7BAB0EE9-9B68-4AF7-A3D7-16247DBF75C0}"/>
              </a:ext>
            </a:extLst>
          </p:cNvPr>
          <p:cNvSpPr>
            <a:spLocks noGrp="1"/>
          </p:cNvSpPr>
          <p:nvPr/>
        </p:nvSpPr>
        <p:spPr>
          <a:xfrm>
            <a:off x="689610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1DFCC09-000A-48BB-BFC5-0026815291F2}"/>
              </a:ext>
            </a:extLst>
          </p:cNvPr>
          <p:cNvSpPr>
            <a:spLocks noGrp="1"/>
          </p:cNvSpPr>
          <p:nvPr/>
        </p:nvSpPr>
        <p:spPr>
          <a:xfrm>
            <a:off x="706755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3AC0861-8971-438F-8038-0400D2E44D3C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DDDA3E5-FF5C-4781-8E1F-D8DC2FDECCFE}"/>
              </a:ext>
            </a:extLst>
          </p:cNvPr>
          <p:cNvSpPr>
            <a:spLocks noGrp="1"/>
          </p:cNvSpPr>
          <p:nvPr/>
        </p:nvSpPr>
        <p:spPr>
          <a:xfrm>
            <a:off x="56959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634FBC3E-62DC-4EEE-9F53-843265034FA7}"/>
              </a:ext>
            </a:extLst>
          </p:cNvPr>
          <p:cNvSpPr>
            <a:spLocks noGrp="1"/>
          </p:cNvSpPr>
          <p:nvPr/>
        </p:nvSpPr>
        <p:spPr>
          <a:xfrm>
            <a:off x="58674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128A62A-BA05-48CC-A741-FC0A183274A3}"/>
              </a:ext>
            </a:extLst>
          </p:cNvPr>
          <p:cNvSpPr>
            <a:spLocks noGrp="1"/>
          </p:cNvSpPr>
          <p:nvPr/>
        </p:nvSpPr>
        <p:spPr>
          <a:xfrm>
            <a:off x="60388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90CDF89B-3A54-42ED-9363-60C76845C06B}"/>
              </a:ext>
            </a:extLst>
          </p:cNvPr>
          <p:cNvSpPr>
            <a:spLocks noGrp="1"/>
          </p:cNvSpPr>
          <p:nvPr/>
        </p:nvSpPr>
        <p:spPr>
          <a:xfrm>
            <a:off x="62103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E9ED8B32-CFD3-4FF3-8810-C2A6707A9CE0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7223B84-92DE-4988-92DC-80DAC15AB064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0AD5EB33-FB5C-4561-9729-04CB6EADBE14}"/>
              </a:ext>
            </a:extLst>
          </p:cNvPr>
          <p:cNvSpPr>
            <a:spLocks noGrp="1"/>
          </p:cNvSpPr>
          <p:nvPr/>
        </p:nvSpPr>
        <p:spPr>
          <a:xfrm>
            <a:off x="67246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D9E37E1-F96F-4ADA-827D-EA8DCE4E4488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ADA736E-B3A8-4A61-8292-A6419B769278}"/>
              </a:ext>
            </a:extLst>
          </p:cNvPr>
          <p:cNvSpPr>
            <a:spLocks noGrp="1"/>
          </p:cNvSpPr>
          <p:nvPr/>
        </p:nvSpPr>
        <p:spPr>
          <a:xfrm>
            <a:off x="70675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93B7E9B-73F0-46ED-A196-64DC4713BDC3}"/>
              </a:ext>
            </a:extLst>
          </p:cNvPr>
          <p:cNvSpPr>
            <a:spLocks noGrp="1"/>
          </p:cNvSpPr>
          <p:nvPr/>
        </p:nvSpPr>
        <p:spPr>
          <a:xfrm>
            <a:off x="72390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F459E0F-617A-457D-B72F-07B67BF4E787}"/>
              </a:ext>
            </a:extLst>
          </p:cNvPr>
          <p:cNvSpPr>
            <a:spLocks noGrp="1"/>
          </p:cNvSpPr>
          <p:nvPr/>
        </p:nvSpPr>
        <p:spPr>
          <a:xfrm>
            <a:off x="569595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6C981ABA-47E9-43D7-B712-3610717807C8}"/>
              </a:ext>
            </a:extLst>
          </p:cNvPr>
          <p:cNvSpPr>
            <a:spLocks noGrp="1"/>
          </p:cNvSpPr>
          <p:nvPr/>
        </p:nvSpPr>
        <p:spPr>
          <a:xfrm>
            <a:off x="586740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4D696D7-6C65-4F73-AFEC-455E8B079ACE}"/>
              </a:ext>
            </a:extLst>
          </p:cNvPr>
          <p:cNvSpPr>
            <a:spLocks noGrp="1"/>
          </p:cNvSpPr>
          <p:nvPr/>
        </p:nvSpPr>
        <p:spPr>
          <a:xfrm>
            <a:off x="603885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7F645BD-F8D7-46A7-8632-DAC1E6EAF18E}"/>
              </a:ext>
            </a:extLst>
          </p:cNvPr>
          <p:cNvSpPr>
            <a:spLocks noGrp="1"/>
          </p:cNvSpPr>
          <p:nvPr/>
        </p:nvSpPr>
        <p:spPr>
          <a:xfrm>
            <a:off x="621030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51B5BE77-0091-4EAA-AA27-3102C5AAD702}"/>
              </a:ext>
            </a:extLst>
          </p:cNvPr>
          <p:cNvSpPr>
            <a:spLocks noGrp="1"/>
          </p:cNvSpPr>
          <p:nvPr/>
        </p:nvSpPr>
        <p:spPr>
          <a:xfrm>
            <a:off x="638175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E48BC6C-9B17-4096-B407-310D815CFB84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7931BBDD-20AF-4E7A-9EA6-CFC29626A364}"/>
              </a:ext>
            </a:extLst>
          </p:cNvPr>
          <p:cNvSpPr>
            <a:spLocks noGrp="1"/>
          </p:cNvSpPr>
          <p:nvPr/>
        </p:nvSpPr>
        <p:spPr>
          <a:xfrm>
            <a:off x="672465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1855DBC4-C2A8-491C-96FC-049CA5B765BE}"/>
              </a:ext>
            </a:extLst>
          </p:cNvPr>
          <p:cNvSpPr>
            <a:spLocks noGrp="1"/>
          </p:cNvSpPr>
          <p:nvPr/>
        </p:nvSpPr>
        <p:spPr>
          <a:xfrm>
            <a:off x="689610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77AEB9A3-6B41-4387-B34A-37A464DED750}"/>
              </a:ext>
            </a:extLst>
          </p:cNvPr>
          <p:cNvSpPr>
            <a:spLocks noGrp="1"/>
          </p:cNvSpPr>
          <p:nvPr/>
        </p:nvSpPr>
        <p:spPr>
          <a:xfrm>
            <a:off x="706755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20E3C887-68AE-4A94-BF05-8B0671FD05CA}"/>
              </a:ext>
            </a:extLst>
          </p:cNvPr>
          <p:cNvSpPr>
            <a:spLocks noGrp="1"/>
          </p:cNvSpPr>
          <p:nvPr/>
        </p:nvSpPr>
        <p:spPr>
          <a:xfrm>
            <a:off x="7239000" y="36004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2A4012E-DB99-496C-88BE-3AC1117CE47E}"/>
              </a:ext>
            </a:extLst>
          </p:cNvPr>
          <p:cNvSpPr>
            <a:spLocks noGrp="1"/>
          </p:cNvSpPr>
          <p:nvPr/>
        </p:nvSpPr>
        <p:spPr>
          <a:xfrm>
            <a:off x="569595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1056FC8B-A030-4062-B985-3C389360FF98}"/>
              </a:ext>
            </a:extLst>
          </p:cNvPr>
          <p:cNvSpPr>
            <a:spLocks noGrp="1"/>
          </p:cNvSpPr>
          <p:nvPr/>
        </p:nvSpPr>
        <p:spPr>
          <a:xfrm>
            <a:off x="586740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515DFC98-C903-4B81-A26A-540652925C52}"/>
              </a:ext>
            </a:extLst>
          </p:cNvPr>
          <p:cNvSpPr>
            <a:spLocks noGrp="1"/>
          </p:cNvSpPr>
          <p:nvPr/>
        </p:nvSpPr>
        <p:spPr>
          <a:xfrm>
            <a:off x="603885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152452A-7F71-4332-8338-CAC4E447C2F4}"/>
              </a:ext>
            </a:extLst>
          </p:cNvPr>
          <p:cNvSpPr>
            <a:spLocks noGrp="1"/>
          </p:cNvSpPr>
          <p:nvPr/>
        </p:nvSpPr>
        <p:spPr>
          <a:xfrm>
            <a:off x="621030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B208E5A0-3ED4-4D72-A7D6-47B6F62035AD}"/>
              </a:ext>
            </a:extLst>
          </p:cNvPr>
          <p:cNvSpPr>
            <a:spLocks noGrp="1"/>
          </p:cNvSpPr>
          <p:nvPr/>
        </p:nvSpPr>
        <p:spPr>
          <a:xfrm>
            <a:off x="638175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BDF2D303-8B44-4473-A42F-E775EE42773B}"/>
              </a:ext>
            </a:extLst>
          </p:cNvPr>
          <p:cNvSpPr>
            <a:spLocks noGrp="1"/>
          </p:cNvSpPr>
          <p:nvPr/>
        </p:nvSpPr>
        <p:spPr>
          <a:xfrm>
            <a:off x="655320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C1031B99-3A61-4FF6-A0EA-D332BF645D5C}"/>
              </a:ext>
            </a:extLst>
          </p:cNvPr>
          <p:cNvSpPr>
            <a:spLocks noGrp="1"/>
          </p:cNvSpPr>
          <p:nvPr/>
        </p:nvSpPr>
        <p:spPr>
          <a:xfrm>
            <a:off x="672465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EFE6833-DCB2-4685-963A-9BBAC4CD4322}"/>
              </a:ext>
            </a:extLst>
          </p:cNvPr>
          <p:cNvSpPr>
            <a:spLocks noGrp="1"/>
          </p:cNvSpPr>
          <p:nvPr/>
        </p:nvSpPr>
        <p:spPr>
          <a:xfrm>
            <a:off x="689610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8171B97-4F7A-4BB5-BEE9-D34B77228974}"/>
              </a:ext>
            </a:extLst>
          </p:cNvPr>
          <p:cNvSpPr>
            <a:spLocks noGrp="1"/>
          </p:cNvSpPr>
          <p:nvPr/>
        </p:nvSpPr>
        <p:spPr>
          <a:xfrm>
            <a:off x="706755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057E01A-ED37-4D59-9A08-98F45222A95E}"/>
              </a:ext>
            </a:extLst>
          </p:cNvPr>
          <p:cNvSpPr>
            <a:spLocks noGrp="1"/>
          </p:cNvSpPr>
          <p:nvPr/>
        </p:nvSpPr>
        <p:spPr>
          <a:xfrm>
            <a:off x="7239000" y="37719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152AAFF-3350-4242-9068-78E03E66CD2B}"/>
              </a:ext>
            </a:extLst>
          </p:cNvPr>
          <p:cNvSpPr>
            <a:spLocks noGrp="1"/>
          </p:cNvSpPr>
          <p:nvPr/>
        </p:nvSpPr>
        <p:spPr>
          <a:xfrm>
            <a:off x="569595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D91B899-3802-4B8E-BE6E-B83D3C6D15E6}"/>
              </a:ext>
            </a:extLst>
          </p:cNvPr>
          <p:cNvSpPr>
            <a:spLocks noGrp="1"/>
          </p:cNvSpPr>
          <p:nvPr/>
        </p:nvSpPr>
        <p:spPr>
          <a:xfrm>
            <a:off x="586740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B7F849C9-21BF-49E0-BF44-77A3CBAD34D9}"/>
              </a:ext>
            </a:extLst>
          </p:cNvPr>
          <p:cNvSpPr>
            <a:spLocks noGrp="1"/>
          </p:cNvSpPr>
          <p:nvPr/>
        </p:nvSpPr>
        <p:spPr>
          <a:xfrm>
            <a:off x="603885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92B1C1AF-DB39-4C90-A231-4C4D0501BDE6}"/>
              </a:ext>
            </a:extLst>
          </p:cNvPr>
          <p:cNvSpPr>
            <a:spLocks noGrp="1"/>
          </p:cNvSpPr>
          <p:nvPr/>
        </p:nvSpPr>
        <p:spPr>
          <a:xfrm>
            <a:off x="621030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9482952B-9F10-4A1D-9C18-7D11CB6BF6A4}"/>
              </a:ext>
            </a:extLst>
          </p:cNvPr>
          <p:cNvSpPr>
            <a:spLocks noGrp="1"/>
          </p:cNvSpPr>
          <p:nvPr/>
        </p:nvSpPr>
        <p:spPr>
          <a:xfrm>
            <a:off x="638175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501BAEB-1DD3-4F50-9001-1D3E9DF9F4E8}"/>
              </a:ext>
            </a:extLst>
          </p:cNvPr>
          <p:cNvSpPr>
            <a:spLocks noGrp="1"/>
          </p:cNvSpPr>
          <p:nvPr/>
        </p:nvSpPr>
        <p:spPr>
          <a:xfrm>
            <a:off x="655320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A66D8D63-A853-4B98-80AA-B57E9870E8E9}"/>
              </a:ext>
            </a:extLst>
          </p:cNvPr>
          <p:cNvSpPr>
            <a:spLocks noGrp="1"/>
          </p:cNvSpPr>
          <p:nvPr/>
        </p:nvSpPr>
        <p:spPr>
          <a:xfrm>
            <a:off x="672465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6C649104-8CC8-4D68-AC74-F1AA93CB8B47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945F4BEB-3AC0-4642-BAF4-B50BAB73CF61}"/>
              </a:ext>
            </a:extLst>
          </p:cNvPr>
          <p:cNvSpPr>
            <a:spLocks noGrp="1"/>
          </p:cNvSpPr>
          <p:nvPr/>
        </p:nvSpPr>
        <p:spPr>
          <a:xfrm>
            <a:off x="706755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292E8FFE-17EE-47FE-A628-1C830156D0C7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7022C28C-DCA2-4C65-90C4-FA7361AB8C46}"/>
              </a:ext>
            </a:extLst>
          </p:cNvPr>
          <p:cNvSpPr>
            <a:spLocks noGrp="1"/>
          </p:cNvSpPr>
          <p:nvPr/>
        </p:nvSpPr>
        <p:spPr>
          <a:xfrm>
            <a:off x="569595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6ADD5383-CA29-44B2-A471-F44FE7C84F7F}"/>
              </a:ext>
            </a:extLst>
          </p:cNvPr>
          <p:cNvSpPr>
            <a:spLocks noGrp="1"/>
          </p:cNvSpPr>
          <p:nvPr/>
        </p:nvSpPr>
        <p:spPr>
          <a:xfrm>
            <a:off x="586740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5A465F0-2B67-4EEA-8B07-6C42653A122B}"/>
              </a:ext>
            </a:extLst>
          </p:cNvPr>
          <p:cNvSpPr>
            <a:spLocks noGrp="1"/>
          </p:cNvSpPr>
          <p:nvPr/>
        </p:nvSpPr>
        <p:spPr>
          <a:xfrm>
            <a:off x="603885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F1F4725A-2D6C-49E8-A035-62088FC5991F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4DF2FD81-B9CF-4F80-88CE-00AD39194664}"/>
              </a:ext>
            </a:extLst>
          </p:cNvPr>
          <p:cNvSpPr>
            <a:spLocks noGrp="1"/>
          </p:cNvSpPr>
          <p:nvPr/>
        </p:nvSpPr>
        <p:spPr>
          <a:xfrm>
            <a:off x="638175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4357DC75-4122-420D-BD52-AF7AEB7D4D15}"/>
              </a:ext>
            </a:extLst>
          </p:cNvPr>
          <p:cNvSpPr>
            <a:spLocks noGrp="1"/>
          </p:cNvSpPr>
          <p:nvPr/>
        </p:nvSpPr>
        <p:spPr>
          <a:xfrm>
            <a:off x="655320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DA7700C5-4A15-493F-BEA1-A8E02F6A77D2}"/>
              </a:ext>
            </a:extLst>
          </p:cNvPr>
          <p:cNvSpPr>
            <a:spLocks noGrp="1"/>
          </p:cNvSpPr>
          <p:nvPr/>
        </p:nvSpPr>
        <p:spPr>
          <a:xfrm>
            <a:off x="672465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0EE7CE0A-0329-4599-AD46-39BED2CED96E}"/>
              </a:ext>
            </a:extLst>
          </p:cNvPr>
          <p:cNvSpPr>
            <a:spLocks noGrp="1"/>
          </p:cNvSpPr>
          <p:nvPr/>
        </p:nvSpPr>
        <p:spPr>
          <a:xfrm>
            <a:off x="689610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076B4878-BFC5-4E7C-BAFB-DB84375F4C8B}"/>
              </a:ext>
            </a:extLst>
          </p:cNvPr>
          <p:cNvSpPr>
            <a:spLocks noGrp="1"/>
          </p:cNvSpPr>
          <p:nvPr/>
        </p:nvSpPr>
        <p:spPr>
          <a:xfrm>
            <a:off x="706755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CB51F17-EBDB-458F-B527-A1FEC9826691}"/>
              </a:ext>
            </a:extLst>
          </p:cNvPr>
          <p:cNvSpPr>
            <a:spLocks noGrp="1"/>
          </p:cNvSpPr>
          <p:nvPr/>
        </p:nvSpPr>
        <p:spPr>
          <a:xfrm>
            <a:off x="7239000" y="41148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CECA1B4A-D44D-4B5A-9858-9E8918EB121F}"/>
              </a:ext>
            </a:extLst>
          </p:cNvPr>
          <p:cNvSpPr>
            <a:spLocks noGrp="1"/>
          </p:cNvSpPr>
          <p:nvPr/>
        </p:nvSpPr>
        <p:spPr>
          <a:xfrm>
            <a:off x="569595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DCE4D62D-2789-406A-9BC3-076EFD0A1A70}"/>
              </a:ext>
            </a:extLst>
          </p:cNvPr>
          <p:cNvSpPr>
            <a:spLocks noGrp="1"/>
          </p:cNvSpPr>
          <p:nvPr/>
        </p:nvSpPr>
        <p:spPr>
          <a:xfrm>
            <a:off x="586740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EE6FF464-9F51-4892-8E67-47436C132CBD}"/>
              </a:ext>
            </a:extLst>
          </p:cNvPr>
          <p:cNvSpPr>
            <a:spLocks noGrp="1"/>
          </p:cNvSpPr>
          <p:nvPr/>
        </p:nvSpPr>
        <p:spPr>
          <a:xfrm>
            <a:off x="603885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CA7DCFB-68AB-45EF-8B2F-8A70F3B5499D}"/>
              </a:ext>
            </a:extLst>
          </p:cNvPr>
          <p:cNvSpPr>
            <a:spLocks noGrp="1"/>
          </p:cNvSpPr>
          <p:nvPr/>
        </p:nvSpPr>
        <p:spPr>
          <a:xfrm>
            <a:off x="621030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A61C9920-443A-452A-8D87-70BA9036D328}"/>
              </a:ext>
            </a:extLst>
          </p:cNvPr>
          <p:cNvSpPr>
            <a:spLocks noGrp="1"/>
          </p:cNvSpPr>
          <p:nvPr/>
        </p:nvSpPr>
        <p:spPr>
          <a:xfrm>
            <a:off x="638175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21302649-DC47-406B-9843-CBA5D75B8835}"/>
              </a:ext>
            </a:extLst>
          </p:cNvPr>
          <p:cNvSpPr>
            <a:spLocks noGrp="1"/>
          </p:cNvSpPr>
          <p:nvPr/>
        </p:nvSpPr>
        <p:spPr>
          <a:xfrm>
            <a:off x="655320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5E614BC3-264A-41ED-8A31-FAF59F1862CB}"/>
              </a:ext>
            </a:extLst>
          </p:cNvPr>
          <p:cNvSpPr>
            <a:spLocks noGrp="1"/>
          </p:cNvSpPr>
          <p:nvPr/>
        </p:nvSpPr>
        <p:spPr>
          <a:xfrm>
            <a:off x="672465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FF153435-81A1-4E04-B0BD-A68D11531A83}"/>
              </a:ext>
            </a:extLst>
          </p:cNvPr>
          <p:cNvSpPr>
            <a:spLocks noGrp="1"/>
          </p:cNvSpPr>
          <p:nvPr/>
        </p:nvSpPr>
        <p:spPr>
          <a:xfrm>
            <a:off x="689610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B710E014-70BC-4A3B-A612-29502D799366}"/>
              </a:ext>
            </a:extLst>
          </p:cNvPr>
          <p:cNvSpPr>
            <a:spLocks noGrp="1"/>
          </p:cNvSpPr>
          <p:nvPr/>
        </p:nvSpPr>
        <p:spPr>
          <a:xfrm>
            <a:off x="706755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8CFFFDF9-194E-43B9-9BAA-2178DF026986}"/>
              </a:ext>
            </a:extLst>
          </p:cNvPr>
          <p:cNvSpPr>
            <a:spLocks noGrp="1"/>
          </p:cNvSpPr>
          <p:nvPr/>
        </p:nvSpPr>
        <p:spPr>
          <a:xfrm>
            <a:off x="7239000" y="42862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1FD4FEA5-E09A-47A3-AC91-7DA0E0D031E5}"/>
              </a:ext>
            </a:extLst>
          </p:cNvPr>
          <p:cNvSpPr>
            <a:spLocks noGrp="1"/>
          </p:cNvSpPr>
          <p:nvPr/>
        </p:nvSpPr>
        <p:spPr>
          <a:xfrm>
            <a:off x="569595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DD3B4A29-D707-4872-B3AF-C6417A24D4D0}"/>
              </a:ext>
            </a:extLst>
          </p:cNvPr>
          <p:cNvSpPr>
            <a:spLocks noGrp="1"/>
          </p:cNvSpPr>
          <p:nvPr/>
        </p:nvSpPr>
        <p:spPr>
          <a:xfrm>
            <a:off x="586740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D25F4EEF-F741-49DA-9B6B-0DBF9A955204}"/>
              </a:ext>
            </a:extLst>
          </p:cNvPr>
          <p:cNvSpPr>
            <a:spLocks noGrp="1"/>
          </p:cNvSpPr>
          <p:nvPr/>
        </p:nvSpPr>
        <p:spPr>
          <a:xfrm>
            <a:off x="603885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E538526-7DED-4368-A447-96DE64FA7FE5}"/>
              </a:ext>
            </a:extLst>
          </p:cNvPr>
          <p:cNvSpPr>
            <a:spLocks noGrp="1"/>
          </p:cNvSpPr>
          <p:nvPr/>
        </p:nvSpPr>
        <p:spPr>
          <a:xfrm>
            <a:off x="621030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6E25AF6C-687F-411C-A6B6-9CB6C947A898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2DFA3C4-1509-43A5-969A-26D5329B1B41}"/>
              </a:ext>
            </a:extLst>
          </p:cNvPr>
          <p:cNvSpPr>
            <a:spLocks noGrp="1"/>
          </p:cNvSpPr>
          <p:nvPr/>
        </p:nvSpPr>
        <p:spPr>
          <a:xfrm>
            <a:off x="655320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B8A7C34A-BE29-4C1F-ABDC-8C7372ADD78B}"/>
              </a:ext>
            </a:extLst>
          </p:cNvPr>
          <p:cNvSpPr>
            <a:spLocks noGrp="1"/>
          </p:cNvSpPr>
          <p:nvPr/>
        </p:nvSpPr>
        <p:spPr>
          <a:xfrm>
            <a:off x="672465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CD589E66-819C-4CB8-9EBE-64926C3F6E31}"/>
              </a:ext>
            </a:extLst>
          </p:cNvPr>
          <p:cNvSpPr>
            <a:spLocks noGrp="1"/>
          </p:cNvSpPr>
          <p:nvPr/>
        </p:nvSpPr>
        <p:spPr>
          <a:xfrm>
            <a:off x="689610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AA84AB39-56A6-4B09-9F64-A448A7948C7C}"/>
              </a:ext>
            </a:extLst>
          </p:cNvPr>
          <p:cNvSpPr>
            <a:spLocks noGrp="1"/>
          </p:cNvSpPr>
          <p:nvPr/>
        </p:nvSpPr>
        <p:spPr>
          <a:xfrm>
            <a:off x="706755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5F557E6F-586A-4759-A5B3-DB9B07F4C39C}"/>
              </a:ext>
            </a:extLst>
          </p:cNvPr>
          <p:cNvSpPr>
            <a:spLocks noGrp="1"/>
          </p:cNvSpPr>
          <p:nvPr/>
        </p:nvSpPr>
        <p:spPr>
          <a:xfrm>
            <a:off x="7239000" y="4457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D7BD77A8-951D-4DA1-92C9-0248D0518D74}"/>
              </a:ext>
            </a:extLst>
          </p:cNvPr>
          <p:cNvSpPr>
            <a:spLocks noGrp="1"/>
          </p:cNvSpPr>
          <p:nvPr/>
        </p:nvSpPr>
        <p:spPr>
          <a:xfrm>
            <a:off x="5695950" y="4629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114D0099-3B01-41B1-946F-347489BD3551}"/>
              </a:ext>
            </a:extLst>
          </p:cNvPr>
          <p:cNvSpPr>
            <a:spLocks noGrp="1"/>
          </p:cNvSpPr>
          <p:nvPr/>
        </p:nvSpPr>
        <p:spPr>
          <a:xfrm>
            <a:off x="5867400" y="4629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83465952-25DA-490E-B3AB-C4C42BDF7B99}"/>
              </a:ext>
            </a:extLst>
          </p:cNvPr>
          <p:cNvSpPr>
            <a:spLocks noGrp="1"/>
          </p:cNvSpPr>
          <p:nvPr/>
        </p:nvSpPr>
        <p:spPr>
          <a:xfrm>
            <a:off x="6038850" y="4629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D57F5BCA-4807-4A7A-A869-510F133F4E62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A77A2DA3-D72B-42C6-87B2-B0641C65C49F}"/>
              </a:ext>
            </a:extLst>
          </p:cNvPr>
          <p:cNvSpPr>
            <a:spLocks noGrp="1"/>
          </p:cNvSpPr>
          <p:nvPr/>
        </p:nvSpPr>
        <p:spPr>
          <a:xfrm>
            <a:off x="638175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B7AF35CA-BFC3-4451-B4D5-07FBF0D77309}"/>
              </a:ext>
            </a:extLst>
          </p:cNvPr>
          <p:cNvSpPr>
            <a:spLocks noGrp="1"/>
          </p:cNvSpPr>
          <p:nvPr/>
        </p:nvSpPr>
        <p:spPr>
          <a:xfrm>
            <a:off x="655320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5C7945CB-806C-46A3-9424-28E3D6083496}"/>
              </a:ext>
            </a:extLst>
          </p:cNvPr>
          <p:cNvSpPr>
            <a:spLocks noGrp="1"/>
          </p:cNvSpPr>
          <p:nvPr/>
        </p:nvSpPr>
        <p:spPr>
          <a:xfrm>
            <a:off x="672465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73322567-B817-4891-BCAF-37200EEA1B7E}"/>
              </a:ext>
            </a:extLst>
          </p:cNvPr>
          <p:cNvSpPr>
            <a:spLocks noGrp="1"/>
          </p:cNvSpPr>
          <p:nvPr/>
        </p:nvSpPr>
        <p:spPr>
          <a:xfrm>
            <a:off x="689610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2B17887D-D37D-4FF7-8488-611A0762FA32}"/>
              </a:ext>
            </a:extLst>
          </p:cNvPr>
          <p:cNvSpPr>
            <a:spLocks noGrp="1"/>
          </p:cNvSpPr>
          <p:nvPr/>
        </p:nvSpPr>
        <p:spPr>
          <a:xfrm>
            <a:off x="706755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D3B7166D-E223-4051-9B3D-5FD8D303EA92}"/>
              </a:ext>
            </a:extLst>
          </p:cNvPr>
          <p:cNvSpPr>
            <a:spLocks noGrp="1"/>
          </p:cNvSpPr>
          <p:nvPr/>
        </p:nvSpPr>
        <p:spPr>
          <a:xfrm>
            <a:off x="7239000" y="462915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5C982BE-BA74-4079-A143-D3B99FAC381B}"/>
              </a:ext>
            </a:extLst>
          </p:cNvPr>
          <p:cNvSpPr>
            <a:spLocks noGrp="1"/>
          </p:cNvSpPr>
          <p:nvPr/>
        </p:nvSpPr>
        <p:spPr>
          <a:xfrm>
            <a:off x="5695950" y="4914900"/>
            <a:ext cx="1676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스마트폰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사진은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많지만</a:t>
            </a:r>
            <a:endParaRPr sz="1050" b="0" dirty="0">
              <a:solidFill>
                <a:srgbClr val="6964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입력은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거의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없습니다</a:t>
            </a:r>
            <a:r>
              <a:rPr sz="1050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93BF7E7-10B7-4987-839E-146E4169E865}"/>
              </a:ext>
            </a:extLst>
          </p:cNvPr>
          <p:cNvSpPr>
            <a:spLocks noGrp="1"/>
          </p:cNvSpPr>
          <p:nvPr/>
        </p:nvSpPr>
        <p:spPr>
          <a:xfrm>
            <a:off x="8362950" y="1638300"/>
            <a:ext cx="3028950" cy="39052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CC49AA8-8006-4FDD-91E2-ABFF5CE434B7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30289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D5FD0392-1689-4111-AA06-88140512DBD0}"/>
              </a:ext>
            </a:extLst>
          </p:cNvPr>
          <p:cNvSpPr>
            <a:spLocks noGrp="1"/>
          </p:cNvSpPr>
          <p:nvPr/>
        </p:nvSpPr>
        <p:spPr>
          <a:xfrm>
            <a:off x="8572500" y="1847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96473"/>
                </a:solidFill>
                <a:latin typeface="Aptos Mono"/>
                <a:ea typeface="Aptos Mono"/>
                <a:cs typeface="Aptos Mono"/>
              </a:defRPr>
            </a:pPr>
            <a:r>
              <a:rPr lang="ko-KR" altLang="en-US" sz="825" b="1" dirty="0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초당 촬영 사진 </a:t>
            </a:r>
            <a:r>
              <a:rPr lang="ko-KR" altLang="en-US" sz="825" b="1" dirty="0" err="1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갯수</a:t>
            </a:r>
            <a:endParaRPr sz="825" b="1" dirty="0">
              <a:solidFill>
                <a:srgbClr val="69647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C279323B-ADBD-4F2F-9F00-9E5FEBD44832}"/>
              </a:ext>
            </a:extLst>
          </p:cNvPr>
          <p:cNvSpPr>
            <a:spLocks noGrp="1"/>
          </p:cNvSpPr>
          <p:nvPr/>
        </p:nvSpPr>
        <p:spPr>
          <a:xfrm>
            <a:off x="8572500" y="2152650"/>
            <a:ext cx="2247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61,400장/초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B45904DD-1A1B-41D3-A4B9-F71129BFF3A0}"/>
              </a:ext>
            </a:extLst>
          </p:cNvPr>
          <p:cNvSpPr>
            <a:spLocks noGrp="1"/>
          </p:cNvSpPr>
          <p:nvPr/>
        </p:nvSpPr>
        <p:spPr>
          <a:xfrm>
            <a:off x="86106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21E380A5-88F7-4A52-A3A4-319F6B118FD0}"/>
              </a:ext>
            </a:extLst>
          </p:cNvPr>
          <p:cNvSpPr>
            <a:spLocks noGrp="1"/>
          </p:cNvSpPr>
          <p:nvPr/>
        </p:nvSpPr>
        <p:spPr>
          <a:xfrm>
            <a:off x="88011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ED6408D4-4E4E-4986-9624-A05083FC6DAF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C9D7A05C-28C5-42C1-83CB-EA4A67A913D6}"/>
              </a:ext>
            </a:extLst>
          </p:cNvPr>
          <p:cNvSpPr>
            <a:spLocks noGrp="1"/>
          </p:cNvSpPr>
          <p:nvPr/>
        </p:nvSpPr>
        <p:spPr>
          <a:xfrm>
            <a:off x="91821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FDDAA3B2-2825-406E-BA18-9F83C58A6FAB}"/>
              </a:ext>
            </a:extLst>
          </p:cNvPr>
          <p:cNvSpPr>
            <a:spLocks noGrp="1"/>
          </p:cNvSpPr>
          <p:nvPr/>
        </p:nvSpPr>
        <p:spPr>
          <a:xfrm>
            <a:off x="93726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8BF72A71-08DF-4380-88BD-F77A8204EA3C}"/>
              </a:ext>
            </a:extLst>
          </p:cNvPr>
          <p:cNvSpPr>
            <a:spLocks noGrp="1"/>
          </p:cNvSpPr>
          <p:nvPr/>
        </p:nvSpPr>
        <p:spPr>
          <a:xfrm>
            <a:off x="95631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62058D9F-5C8B-4EAA-87FF-2F0C654D6B3F}"/>
              </a:ext>
            </a:extLst>
          </p:cNvPr>
          <p:cNvSpPr>
            <a:spLocks noGrp="1"/>
          </p:cNvSpPr>
          <p:nvPr/>
        </p:nvSpPr>
        <p:spPr>
          <a:xfrm>
            <a:off x="97536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92E01961-8566-444C-B24C-047129A079EC}"/>
              </a:ext>
            </a:extLst>
          </p:cNvPr>
          <p:cNvSpPr>
            <a:spLocks noGrp="1"/>
          </p:cNvSpPr>
          <p:nvPr/>
        </p:nvSpPr>
        <p:spPr>
          <a:xfrm>
            <a:off x="99441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A759E47-8947-46C4-85F0-E339E0FF0BE8}"/>
              </a:ext>
            </a:extLst>
          </p:cNvPr>
          <p:cNvSpPr>
            <a:spLocks noGrp="1"/>
          </p:cNvSpPr>
          <p:nvPr/>
        </p:nvSpPr>
        <p:spPr>
          <a:xfrm>
            <a:off x="101346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D5EAC4EF-BDDF-4B51-800B-48A9C1B28DD6}"/>
              </a:ext>
            </a:extLst>
          </p:cNvPr>
          <p:cNvSpPr>
            <a:spLocks noGrp="1"/>
          </p:cNvSpPr>
          <p:nvPr/>
        </p:nvSpPr>
        <p:spPr>
          <a:xfrm>
            <a:off x="10325100" y="3143250"/>
            <a:ext cx="76200" cy="762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376388B8-DBE6-4848-B125-61CD0B407BB6}"/>
              </a:ext>
            </a:extLst>
          </p:cNvPr>
          <p:cNvSpPr>
            <a:spLocks noGrp="1"/>
          </p:cNvSpPr>
          <p:nvPr/>
        </p:nvSpPr>
        <p:spPr>
          <a:xfrm>
            <a:off x="10515600" y="3143250"/>
            <a:ext cx="76200" cy="7620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45643B00-C07A-4F65-94E1-CE95ED01165C}"/>
              </a:ext>
            </a:extLst>
          </p:cNvPr>
          <p:cNvSpPr>
            <a:spLocks noGrp="1"/>
          </p:cNvSpPr>
          <p:nvPr/>
        </p:nvSpPr>
        <p:spPr>
          <a:xfrm>
            <a:off x="10706100" y="3143250"/>
            <a:ext cx="76200" cy="7620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0204B6AD-39B3-4103-9346-8FCD5C8AC508}"/>
              </a:ext>
            </a:extLst>
          </p:cNvPr>
          <p:cNvSpPr>
            <a:spLocks noGrp="1"/>
          </p:cNvSpPr>
          <p:nvPr/>
        </p:nvSpPr>
        <p:spPr>
          <a:xfrm>
            <a:off x="86106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62C4CD6E-92CC-49C3-AC2E-99371FC4321B}"/>
              </a:ext>
            </a:extLst>
          </p:cNvPr>
          <p:cNvSpPr>
            <a:spLocks noGrp="1"/>
          </p:cNvSpPr>
          <p:nvPr/>
        </p:nvSpPr>
        <p:spPr>
          <a:xfrm>
            <a:off x="88011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057BC941-0DC9-488A-A79F-217483FE32FE}"/>
              </a:ext>
            </a:extLst>
          </p:cNvPr>
          <p:cNvSpPr>
            <a:spLocks noGrp="1"/>
          </p:cNvSpPr>
          <p:nvPr/>
        </p:nvSpPr>
        <p:spPr>
          <a:xfrm>
            <a:off x="89916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BE13348C-7158-4DA8-BF28-EBC659C358AB}"/>
              </a:ext>
            </a:extLst>
          </p:cNvPr>
          <p:cNvSpPr>
            <a:spLocks noGrp="1"/>
          </p:cNvSpPr>
          <p:nvPr/>
        </p:nvSpPr>
        <p:spPr>
          <a:xfrm>
            <a:off x="91821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5EA18131-FFDF-44D4-B0B0-FE3329D7B5D7}"/>
              </a:ext>
            </a:extLst>
          </p:cNvPr>
          <p:cNvSpPr>
            <a:spLocks noGrp="1"/>
          </p:cNvSpPr>
          <p:nvPr/>
        </p:nvSpPr>
        <p:spPr>
          <a:xfrm>
            <a:off x="93726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17738008-9FC9-4E29-A1F5-066AC60BC0C6}"/>
              </a:ext>
            </a:extLst>
          </p:cNvPr>
          <p:cNvSpPr>
            <a:spLocks noGrp="1"/>
          </p:cNvSpPr>
          <p:nvPr/>
        </p:nvSpPr>
        <p:spPr>
          <a:xfrm>
            <a:off x="95631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2044BBE4-CBDC-4FA3-93A2-7EF5BAABBA6B}"/>
              </a:ext>
            </a:extLst>
          </p:cNvPr>
          <p:cNvSpPr>
            <a:spLocks noGrp="1"/>
          </p:cNvSpPr>
          <p:nvPr/>
        </p:nvSpPr>
        <p:spPr>
          <a:xfrm>
            <a:off x="97536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61648AC-348F-4C77-9A51-1125C09138D4}"/>
              </a:ext>
            </a:extLst>
          </p:cNvPr>
          <p:cNvSpPr>
            <a:spLocks noGrp="1"/>
          </p:cNvSpPr>
          <p:nvPr/>
        </p:nvSpPr>
        <p:spPr>
          <a:xfrm>
            <a:off x="99441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BFB2E382-09BF-4FC1-8672-12B5778930B4}"/>
              </a:ext>
            </a:extLst>
          </p:cNvPr>
          <p:cNvSpPr>
            <a:spLocks noGrp="1"/>
          </p:cNvSpPr>
          <p:nvPr/>
        </p:nvSpPr>
        <p:spPr>
          <a:xfrm>
            <a:off x="101346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72138508-0EAA-4447-8184-9E1AEB23D911}"/>
              </a:ext>
            </a:extLst>
          </p:cNvPr>
          <p:cNvSpPr>
            <a:spLocks noGrp="1"/>
          </p:cNvSpPr>
          <p:nvPr/>
        </p:nvSpPr>
        <p:spPr>
          <a:xfrm>
            <a:off x="10325100" y="33813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793C4CBE-9052-4C87-9107-065E696432CD}"/>
              </a:ext>
            </a:extLst>
          </p:cNvPr>
          <p:cNvSpPr>
            <a:spLocks noGrp="1"/>
          </p:cNvSpPr>
          <p:nvPr/>
        </p:nvSpPr>
        <p:spPr>
          <a:xfrm>
            <a:off x="10515600" y="3381375"/>
            <a:ext cx="85725" cy="85725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45733B4C-EADA-46BD-82D8-2DD4EBF77ECC}"/>
              </a:ext>
            </a:extLst>
          </p:cNvPr>
          <p:cNvSpPr>
            <a:spLocks noGrp="1"/>
          </p:cNvSpPr>
          <p:nvPr/>
        </p:nvSpPr>
        <p:spPr>
          <a:xfrm>
            <a:off x="10706100" y="3381375"/>
            <a:ext cx="85725" cy="85725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FCE65127-0546-4B68-B7DF-382C1DA5AA4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9C7E2E34-1554-440A-952B-B1515B40E344}"/>
              </a:ext>
            </a:extLst>
          </p:cNvPr>
          <p:cNvSpPr>
            <a:spLocks noGrp="1"/>
          </p:cNvSpPr>
          <p:nvPr/>
        </p:nvSpPr>
        <p:spPr>
          <a:xfrm>
            <a:off x="88011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D387E27-427D-4FD2-96D7-11707BB7BEBF}"/>
              </a:ext>
            </a:extLst>
          </p:cNvPr>
          <p:cNvSpPr>
            <a:spLocks noGrp="1"/>
          </p:cNvSpPr>
          <p:nvPr/>
        </p:nvSpPr>
        <p:spPr>
          <a:xfrm>
            <a:off x="89916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4C8EBE64-CB9F-4FE2-80BD-17B15CB8999E}"/>
              </a:ext>
            </a:extLst>
          </p:cNvPr>
          <p:cNvSpPr>
            <a:spLocks noGrp="1"/>
          </p:cNvSpPr>
          <p:nvPr/>
        </p:nvSpPr>
        <p:spPr>
          <a:xfrm>
            <a:off x="91821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07C069DB-24C9-4558-B13F-1802308A61FD}"/>
              </a:ext>
            </a:extLst>
          </p:cNvPr>
          <p:cNvSpPr>
            <a:spLocks noGrp="1"/>
          </p:cNvSpPr>
          <p:nvPr/>
        </p:nvSpPr>
        <p:spPr>
          <a:xfrm>
            <a:off x="93726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0EA03657-CD9A-40A4-AEA6-A4DDBF949183}"/>
              </a:ext>
            </a:extLst>
          </p:cNvPr>
          <p:cNvSpPr>
            <a:spLocks noGrp="1"/>
          </p:cNvSpPr>
          <p:nvPr/>
        </p:nvSpPr>
        <p:spPr>
          <a:xfrm>
            <a:off x="95631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68B73C41-537A-4B38-AFA7-F36F11AB2624}"/>
              </a:ext>
            </a:extLst>
          </p:cNvPr>
          <p:cNvSpPr>
            <a:spLocks noGrp="1"/>
          </p:cNvSpPr>
          <p:nvPr/>
        </p:nvSpPr>
        <p:spPr>
          <a:xfrm>
            <a:off x="97536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57DF8ACF-ABFA-45D2-AAAA-17D14216B9AD}"/>
              </a:ext>
            </a:extLst>
          </p:cNvPr>
          <p:cNvSpPr>
            <a:spLocks noGrp="1"/>
          </p:cNvSpPr>
          <p:nvPr/>
        </p:nvSpPr>
        <p:spPr>
          <a:xfrm>
            <a:off x="99441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989A8DE3-986C-49C3-88D9-5E260CD982FB}"/>
              </a:ext>
            </a:extLst>
          </p:cNvPr>
          <p:cNvSpPr>
            <a:spLocks noGrp="1"/>
          </p:cNvSpPr>
          <p:nvPr/>
        </p:nvSpPr>
        <p:spPr>
          <a:xfrm>
            <a:off x="101346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B80B4645-D8A2-4BC0-AEC5-E8D1082DD9BA}"/>
              </a:ext>
            </a:extLst>
          </p:cNvPr>
          <p:cNvSpPr>
            <a:spLocks noGrp="1"/>
          </p:cNvSpPr>
          <p:nvPr/>
        </p:nvSpPr>
        <p:spPr>
          <a:xfrm>
            <a:off x="10325100" y="3619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81A551B1-F2F8-4520-9055-ACC4B324954D}"/>
              </a:ext>
            </a:extLst>
          </p:cNvPr>
          <p:cNvSpPr>
            <a:spLocks noGrp="1"/>
          </p:cNvSpPr>
          <p:nvPr/>
        </p:nvSpPr>
        <p:spPr>
          <a:xfrm>
            <a:off x="10515600" y="361950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2ACD24E-E21F-402C-AC5F-A643BEC62E9A}"/>
              </a:ext>
            </a:extLst>
          </p:cNvPr>
          <p:cNvSpPr>
            <a:spLocks noGrp="1"/>
          </p:cNvSpPr>
          <p:nvPr/>
        </p:nvSpPr>
        <p:spPr>
          <a:xfrm>
            <a:off x="10706100" y="3619500"/>
            <a:ext cx="95250" cy="9525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40C9F144-F466-49FD-BDA6-7F7E498BE047}"/>
              </a:ext>
            </a:extLst>
          </p:cNvPr>
          <p:cNvSpPr>
            <a:spLocks noGrp="1"/>
          </p:cNvSpPr>
          <p:nvPr/>
        </p:nvSpPr>
        <p:spPr>
          <a:xfrm>
            <a:off x="86106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5E24D1BD-7184-4164-BC92-660227945A84}"/>
              </a:ext>
            </a:extLst>
          </p:cNvPr>
          <p:cNvSpPr>
            <a:spLocks noGrp="1"/>
          </p:cNvSpPr>
          <p:nvPr/>
        </p:nvSpPr>
        <p:spPr>
          <a:xfrm>
            <a:off x="88011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C27A2268-DC8C-4CC5-AAD0-B9E7A1CE774B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EE9180A1-82D4-4103-8B41-386286E91F0E}"/>
              </a:ext>
            </a:extLst>
          </p:cNvPr>
          <p:cNvSpPr>
            <a:spLocks noGrp="1"/>
          </p:cNvSpPr>
          <p:nvPr/>
        </p:nvSpPr>
        <p:spPr>
          <a:xfrm>
            <a:off x="91821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8CB885B8-3167-4CF0-8350-07221301038B}"/>
              </a:ext>
            </a:extLst>
          </p:cNvPr>
          <p:cNvSpPr>
            <a:spLocks noGrp="1"/>
          </p:cNvSpPr>
          <p:nvPr/>
        </p:nvSpPr>
        <p:spPr>
          <a:xfrm>
            <a:off x="93726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D5105BF6-6AC9-468E-A55B-EE858EFB7C22}"/>
              </a:ext>
            </a:extLst>
          </p:cNvPr>
          <p:cNvSpPr>
            <a:spLocks noGrp="1"/>
          </p:cNvSpPr>
          <p:nvPr/>
        </p:nvSpPr>
        <p:spPr>
          <a:xfrm>
            <a:off x="95631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9860EB10-2811-4EF2-9A00-7CD73FBC3BAC}"/>
              </a:ext>
            </a:extLst>
          </p:cNvPr>
          <p:cNvSpPr>
            <a:spLocks noGrp="1"/>
          </p:cNvSpPr>
          <p:nvPr/>
        </p:nvSpPr>
        <p:spPr>
          <a:xfrm>
            <a:off x="97536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A8687634-C956-47D7-8377-5C900045100B}"/>
              </a:ext>
            </a:extLst>
          </p:cNvPr>
          <p:cNvSpPr>
            <a:spLocks noGrp="1"/>
          </p:cNvSpPr>
          <p:nvPr/>
        </p:nvSpPr>
        <p:spPr>
          <a:xfrm>
            <a:off x="99441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580601EE-0C36-49C4-AFC8-0A65B8B0BAEF}"/>
              </a:ext>
            </a:extLst>
          </p:cNvPr>
          <p:cNvSpPr>
            <a:spLocks noGrp="1"/>
          </p:cNvSpPr>
          <p:nvPr/>
        </p:nvSpPr>
        <p:spPr>
          <a:xfrm>
            <a:off x="101346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5C6C50DC-C23B-4DE1-AF0B-7E8AD96EE4D2}"/>
              </a:ext>
            </a:extLst>
          </p:cNvPr>
          <p:cNvSpPr>
            <a:spLocks noGrp="1"/>
          </p:cNvSpPr>
          <p:nvPr/>
        </p:nvSpPr>
        <p:spPr>
          <a:xfrm>
            <a:off x="10325100" y="3857625"/>
            <a:ext cx="104775" cy="104775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6225E49A-BD50-4DAF-A3F4-C77CCFEE1735}"/>
              </a:ext>
            </a:extLst>
          </p:cNvPr>
          <p:cNvSpPr>
            <a:spLocks noGrp="1"/>
          </p:cNvSpPr>
          <p:nvPr/>
        </p:nvSpPr>
        <p:spPr>
          <a:xfrm>
            <a:off x="10515600" y="3857625"/>
            <a:ext cx="104775" cy="104775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4BAAC36-BABF-49DF-A193-2152EBDF4429}"/>
              </a:ext>
            </a:extLst>
          </p:cNvPr>
          <p:cNvSpPr>
            <a:spLocks noGrp="1"/>
          </p:cNvSpPr>
          <p:nvPr/>
        </p:nvSpPr>
        <p:spPr>
          <a:xfrm>
            <a:off x="10706100" y="3857625"/>
            <a:ext cx="104775" cy="104775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729F6CAB-A104-41BF-AF84-2CBF02AA4287}"/>
              </a:ext>
            </a:extLst>
          </p:cNvPr>
          <p:cNvSpPr>
            <a:spLocks noGrp="1"/>
          </p:cNvSpPr>
          <p:nvPr/>
        </p:nvSpPr>
        <p:spPr>
          <a:xfrm>
            <a:off x="86106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6E145CB3-F219-41E2-90C3-A863C2611E7F}"/>
              </a:ext>
            </a:extLst>
          </p:cNvPr>
          <p:cNvSpPr>
            <a:spLocks noGrp="1"/>
          </p:cNvSpPr>
          <p:nvPr/>
        </p:nvSpPr>
        <p:spPr>
          <a:xfrm>
            <a:off x="88011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4314BFF9-AFA7-484A-B526-72EAC5A97E30}"/>
              </a:ext>
            </a:extLst>
          </p:cNvPr>
          <p:cNvSpPr>
            <a:spLocks noGrp="1"/>
          </p:cNvSpPr>
          <p:nvPr/>
        </p:nvSpPr>
        <p:spPr>
          <a:xfrm>
            <a:off x="89916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596DD8B6-FBF1-4CAC-8B4D-C42C23C7C3EC}"/>
              </a:ext>
            </a:extLst>
          </p:cNvPr>
          <p:cNvSpPr>
            <a:spLocks noGrp="1"/>
          </p:cNvSpPr>
          <p:nvPr/>
        </p:nvSpPr>
        <p:spPr>
          <a:xfrm>
            <a:off x="91821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1C9EAD40-067D-48C6-907B-6E67A27FF0D6}"/>
              </a:ext>
            </a:extLst>
          </p:cNvPr>
          <p:cNvSpPr>
            <a:spLocks noGrp="1"/>
          </p:cNvSpPr>
          <p:nvPr/>
        </p:nvSpPr>
        <p:spPr>
          <a:xfrm>
            <a:off x="93726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42CE2404-68AA-4729-B759-CCDEB58CFEEB}"/>
              </a:ext>
            </a:extLst>
          </p:cNvPr>
          <p:cNvSpPr>
            <a:spLocks noGrp="1"/>
          </p:cNvSpPr>
          <p:nvPr/>
        </p:nvSpPr>
        <p:spPr>
          <a:xfrm>
            <a:off x="95631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DAF64F04-78E6-4F8C-BF8C-0403AC59D25C}"/>
              </a:ext>
            </a:extLst>
          </p:cNvPr>
          <p:cNvSpPr>
            <a:spLocks noGrp="1"/>
          </p:cNvSpPr>
          <p:nvPr/>
        </p:nvSpPr>
        <p:spPr>
          <a:xfrm>
            <a:off x="97536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4E4BF052-0683-49C5-BA2B-D96B3C91CC1B}"/>
              </a:ext>
            </a:extLst>
          </p:cNvPr>
          <p:cNvSpPr>
            <a:spLocks noGrp="1"/>
          </p:cNvSpPr>
          <p:nvPr/>
        </p:nvSpPr>
        <p:spPr>
          <a:xfrm>
            <a:off x="99441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8CE1BE0D-2758-400B-BDBF-4490EB3528ED}"/>
              </a:ext>
            </a:extLst>
          </p:cNvPr>
          <p:cNvSpPr>
            <a:spLocks noGrp="1"/>
          </p:cNvSpPr>
          <p:nvPr/>
        </p:nvSpPr>
        <p:spPr>
          <a:xfrm>
            <a:off x="101346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9AE72812-D91B-4068-AF0D-353B8BDBF0E9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114300" cy="114300"/>
          </a:xfrm>
          <a:prstGeom prst="ellips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3698E9D2-21C3-48E6-98AB-4B090323AD80}"/>
              </a:ext>
            </a:extLst>
          </p:cNvPr>
          <p:cNvSpPr>
            <a:spLocks noGrp="1"/>
          </p:cNvSpPr>
          <p:nvPr/>
        </p:nvSpPr>
        <p:spPr>
          <a:xfrm>
            <a:off x="10515600" y="4095750"/>
            <a:ext cx="114300" cy="11430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781B59C9-7C68-41DA-91D9-877A1D09B12D}"/>
              </a:ext>
            </a:extLst>
          </p:cNvPr>
          <p:cNvSpPr>
            <a:spLocks noGrp="1"/>
          </p:cNvSpPr>
          <p:nvPr/>
        </p:nvSpPr>
        <p:spPr>
          <a:xfrm>
            <a:off x="10706100" y="4095750"/>
            <a:ext cx="114300" cy="114300"/>
          </a:xfrm>
          <a:prstGeom prst="ellipse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5D7FC9F0-9BE8-4B3E-BE3F-D586F879735C}"/>
              </a:ext>
            </a:extLst>
          </p:cNvPr>
          <p:cNvSpPr>
            <a:spLocks noGrp="1"/>
          </p:cNvSpPr>
          <p:nvPr/>
        </p:nvSpPr>
        <p:spPr>
          <a:xfrm>
            <a:off x="8572500" y="4591050"/>
            <a:ext cx="2171700" cy="285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E2B1A383-4F38-4DCF-819D-EA1E9AC23B7C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생성 속도가 빠를수록</a:t>
            </a:r>
          </a:p>
          <a:p>
            <a:pPr algn="l">
              <a:def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자동 구조화가 필요해집니다.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BB78AD09-A5F3-4C73-8726-21912937CECB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4D7ED473-C068-4394-9E77-A0AEF9FFC360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06F0A3A9-4A2C-4891-B6F0-BB918D49A4CF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463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F234ECB1-0543-4993-B71D-B8A097C352E3}"/>
              </a:ext>
            </a:extLst>
          </p:cNvPr>
          <p:cNvSpPr>
            <a:spLocks noGrp="1"/>
          </p:cNvSpPr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43C124-4FD1-41BA-BFA4-F98A7C8047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61DB51-B6EE-416E-8419-1B36C91B988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8C0F51-3D2C-4617-8438-8CA73606F53C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6D01FD-9A1A-45BF-AAE4-EAAE0004430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4089DB-882E-47A3-8EBC-F9C422B1E0B2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02F662-43FB-456E-9F6D-BEFA5FFBB7FB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3E1FEC-DD27-462F-989F-354BE050EAFE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B564C-D3E2-4070-B451-93F55B4CA492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83CFA3-44FE-4C2D-8D45-93D610F998B2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55D4D7-8682-4314-A2B8-51FCA862A74B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EFDB3F-BF3C-4348-BB8D-ECF752B85B1A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3D4CAD-20C3-4A91-A14C-2F99A5AAD882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4C5932-7344-4EB7-8C8D-827F9367F7D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0E573E-E1F0-4BF4-9EE9-95B91272E0B8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197F52-151F-48C9-823A-ACAB494E5C04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4ECD58-FC71-40FC-A6C9-A78D758BE860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A6C577-50B7-446C-AF51-482C155F2BE0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EBCC8F-1083-4F01-8469-E904200FCA48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C5AF98-519B-47D3-B9B3-41851C5A8F36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F45DE9-CD04-4D7C-B01F-1B078CDD196C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EF05F9-0D66-4B56-94C4-99FDC0A63FE2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935216-0500-4032-A7CE-571E218BD1AF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MEMORY GAP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27B8CE-B568-48CF-A10E-28A6C8B89ABB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기억은 사진 속에 있지만, 질문에 답하지 못하면 기록이 아닙니다.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5163E3-B62A-40C0-8F0C-0BD38DBB15B3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DD12A2-9EC4-46D0-9F17-D5BEB8C8EF06}"/>
              </a:ext>
            </a:extLst>
          </p:cNvPr>
          <p:cNvSpPr>
            <a:spLocks noGrp="1"/>
          </p:cNvSpPr>
          <p:nvPr/>
        </p:nvSpPr>
        <p:spPr>
          <a:xfrm>
            <a:off x="998220" y="1249680"/>
            <a:ext cx="10001250" cy="3695700"/>
          </a:xfrm>
          <a:prstGeom prst="rect">
            <a:avLst/>
          </a:prstGeom>
          <a:solidFill>
            <a:srgbClr val="FFFFFF">
              <a:alpha val="87843"/>
            </a:srgbClr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38D6A5-453C-4352-B77B-A9C9E828C013}"/>
              </a:ext>
            </a:extLst>
          </p:cNvPr>
          <p:cNvSpPr>
            <a:spLocks noGrp="1"/>
          </p:cNvSpPr>
          <p:nvPr/>
        </p:nvSpPr>
        <p:spPr>
          <a:xfrm>
            <a:off x="1485900" y="1943100"/>
            <a:ext cx="438150" cy="438150"/>
          </a:xfrm>
          <a:prstGeom prst="rect">
            <a:avLst/>
          </a:prstGeom>
          <a:solidFill>
            <a:srgbClr val="ECE6DC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BD1448-1EE3-4827-BDEE-2B39FE8AF8CB}"/>
              </a:ext>
            </a:extLst>
          </p:cNvPr>
          <p:cNvSpPr>
            <a:spLocks noGrp="1"/>
          </p:cNvSpPr>
          <p:nvPr/>
        </p:nvSpPr>
        <p:spPr>
          <a:xfrm>
            <a:off x="2171700" y="2228850"/>
            <a:ext cx="438150" cy="438150"/>
          </a:xfrm>
          <a:prstGeom prst="rect">
            <a:avLst/>
          </a:prstGeom>
          <a:solidFill>
            <a:srgbClr val="F1ED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0D8B95F-F627-463D-8C64-361B99E3B94B}"/>
              </a:ext>
            </a:extLst>
          </p:cNvPr>
          <p:cNvSpPr>
            <a:spLocks noGrp="1"/>
          </p:cNvSpPr>
          <p:nvPr/>
        </p:nvSpPr>
        <p:spPr>
          <a:xfrm>
            <a:off x="2857500" y="2514600"/>
            <a:ext cx="438150" cy="438150"/>
          </a:xfrm>
          <a:prstGeom prst="rect">
            <a:avLst/>
          </a:prstGeom>
          <a:solidFill>
            <a:srgbClr val="ECE6DC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9CC21E8-224B-4A38-8D84-9D5D9B00F8BA}"/>
              </a:ext>
            </a:extLst>
          </p:cNvPr>
          <p:cNvSpPr>
            <a:spLocks noGrp="1"/>
          </p:cNvSpPr>
          <p:nvPr/>
        </p:nvSpPr>
        <p:spPr>
          <a:xfrm>
            <a:off x="3543300" y="1943100"/>
            <a:ext cx="438150" cy="438150"/>
          </a:xfrm>
          <a:prstGeom prst="rect">
            <a:avLst/>
          </a:prstGeom>
          <a:solidFill>
            <a:srgbClr val="F1ED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2961359-3FE0-4735-9B73-BE0AB6A323C2}"/>
              </a:ext>
            </a:extLst>
          </p:cNvPr>
          <p:cNvSpPr>
            <a:spLocks noGrp="1"/>
          </p:cNvSpPr>
          <p:nvPr/>
        </p:nvSpPr>
        <p:spPr>
          <a:xfrm>
            <a:off x="4229100" y="2228850"/>
            <a:ext cx="438150" cy="438150"/>
          </a:xfrm>
          <a:prstGeom prst="rect">
            <a:avLst/>
          </a:prstGeom>
          <a:solidFill>
            <a:srgbClr val="ECE6DC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1F203C-8E81-4C66-A0AA-E7DE4502433A}"/>
              </a:ext>
            </a:extLst>
          </p:cNvPr>
          <p:cNvSpPr>
            <a:spLocks noGrp="1"/>
          </p:cNvSpPr>
          <p:nvPr/>
        </p:nvSpPr>
        <p:spPr>
          <a:xfrm>
            <a:off x="4914900" y="2514600"/>
            <a:ext cx="438150" cy="438150"/>
          </a:xfrm>
          <a:prstGeom prst="rect">
            <a:avLst/>
          </a:prstGeom>
          <a:solidFill>
            <a:srgbClr val="F1ED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DE6D1E-B7EB-4BD3-818A-A5313B5061B7}"/>
              </a:ext>
            </a:extLst>
          </p:cNvPr>
          <p:cNvSpPr>
            <a:spLocks noGrp="1"/>
          </p:cNvSpPr>
          <p:nvPr/>
        </p:nvSpPr>
        <p:spPr>
          <a:xfrm>
            <a:off x="5600700" y="1943100"/>
            <a:ext cx="438150" cy="438150"/>
          </a:xfrm>
          <a:prstGeom prst="rect">
            <a:avLst/>
          </a:prstGeom>
          <a:solidFill>
            <a:srgbClr val="ECE6DC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280EE7-E1BA-4AAB-8A6B-9129CA9A6248}"/>
              </a:ext>
            </a:extLst>
          </p:cNvPr>
          <p:cNvSpPr>
            <a:spLocks noGrp="1"/>
          </p:cNvSpPr>
          <p:nvPr/>
        </p:nvSpPr>
        <p:spPr>
          <a:xfrm>
            <a:off x="6286500" y="2228850"/>
            <a:ext cx="438150" cy="438150"/>
          </a:xfrm>
          <a:prstGeom prst="rect">
            <a:avLst/>
          </a:prstGeom>
          <a:solidFill>
            <a:srgbClr val="F1ED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1B0D284-CCE3-43F6-92E0-F26ED3F74A8F}"/>
              </a:ext>
            </a:extLst>
          </p:cNvPr>
          <p:cNvSpPr>
            <a:spLocks noGrp="1"/>
          </p:cNvSpPr>
          <p:nvPr/>
        </p:nvSpPr>
        <p:spPr>
          <a:xfrm>
            <a:off x="6972300" y="2514600"/>
            <a:ext cx="438150" cy="438150"/>
          </a:xfrm>
          <a:prstGeom prst="rect">
            <a:avLst/>
          </a:prstGeom>
          <a:solidFill>
            <a:srgbClr val="ECE6DC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3A3664-CE5E-4A9B-81AC-91A9841A1DBC}"/>
              </a:ext>
            </a:extLst>
          </p:cNvPr>
          <p:cNvSpPr>
            <a:spLocks noGrp="1"/>
          </p:cNvSpPr>
          <p:nvPr/>
        </p:nvSpPr>
        <p:spPr>
          <a:xfrm>
            <a:off x="1771650" y="3848100"/>
            <a:ext cx="7962900" cy="1905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0264C6-1C60-467E-B9BE-1462B4FDA0B8}"/>
              </a:ext>
            </a:extLst>
          </p:cNvPr>
          <p:cNvSpPr>
            <a:spLocks noGrp="1"/>
          </p:cNvSpPr>
          <p:nvPr/>
        </p:nvSpPr>
        <p:spPr>
          <a:xfrm>
            <a:off x="20574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F6960F-944B-4C29-A397-C8CEACC31826}"/>
              </a:ext>
            </a:extLst>
          </p:cNvPr>
          <p:cNvSpPr>
            <a:spLocks noGrp="1"/>
          </p:cNvSpPr>
          <p:nvPr/>
        </p:nvSpPr>
        <p:spPr>
          <a:xfrm>
            <a:off x="30861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1BB396F-E91B-4F98-B75E-F9F8DEDD6BD6}"/>
              </a:ext>
            </a:extLst>
          </p:cNvPr>
          <p:cNvSpPr>
            <a:spLocks noGrp="1"/>
          </p:cNvSpPr>
          <p:nvPr/>
        </p:nvSpPr>
        <p:spPr>
          <a:xfrm>
            <a:off x="41148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7F05A8B-5906-4316-9DCA-3FA70C99A659}"/>
              </a:ext>
            </a:extLst>
          </p:cNvPr>
          <p:cNvSpPr>
            <a:spLocks noGrp="1"/>
          </p:cNvSpPr>
          <p:nvPr/>
        </p:nvSpPr>
        <p:spPr>
          <a:xfrm>
            <a:off x="51435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E35A194-271A-4ADF-A574-1C22C900857C}"/>
              </a:ext>
            </a:extLst>
          </p:cNvPr>
          <p:cNvSpPr>
            <a:spLocks noGrp="1"/>
          </p:cNvSpPr>
          <p:nvPr/>
        </p:nvSpPr>
        <p:spPr>
          <a:xfrm>
            <a:off x="6172200" y="3733800"/>
            <a:ext cx="28575" cy="2286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66AF66D-A743-41F6-8CED-E1ACDCED2700}"/>
              </a:ext>
            </a:extLst>
          </p:cNvPr>
          <p:cNvSpPr>
            <a:spLocks noGrp="1"/>
          </p:cNvSpPr>
          <p:nvPr/>
        </p:nvSpPr>
        <p:spPr>
          <a:xfrm>
            <a:off x="72009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4CAF045-FE6F-4272-BE28-C75AE532DBBA}"/>
              </a:ext>
            </a:extLst>
          </p:cNvPr>
          <p:cNvSpPr>
            <a:spLocks noGrp="1"/>
          </p:cNvSpPr>
          <p:nvPr/>
        </p:nvSpPr>
        <p:spPr>
          <a:xfrm>
            <a:off x="82296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0ABAF93-3394-499E-94B9-35856D26CA8F}"/>
              </a:ext>
            </a:extLst>
          </p:cNvPr>
          <p:cNvSpPr>
            <a:spLocks noGrp="1"/>
          </p:cNvSpPr>
          <p:nvPr/>
        </p:nvSpPr>
        <p:spPr>
          <a:xfrm>
            <a:off x="9258300" y="3733800"/>
            <a:ext cx="9525" cy="228600"/>
          </a:xfrm>
          <a:prstGeom prst="rect">
            <a:avLst/>
          </a:prstGeom>
          <a:solidFill>
            <a:srgbClr val="BFB5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DBFC09D1-1D3A-4291-AA8D-FE907A5EE6C4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2000250" cy="2000250"/>
          </a:xfrm>
          <a:prstGeom prst="ellipse">
            <a:avLst/>
          </a:prstGeom>
          <a:solidFill>
            <a:srgbClr val="000000">
              <a:alpha val="0"/>
            </a:srgbClr>
          </a:solidFill>
          <a:ln w="57150">
            <a:solidFill>
              <a:srgbClr val="5F2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AAEB432-5826-4E5A-9650-6D7F184D5209}"/>
              </a:ext>
            </a:extLst>
          </p:cNvPr>
          <p:cNvSpPr>
            <a:spLocks noGrp="1"/>
          </p:cNvSpPr>
          <p:nvPr/>
        </p:nvSpPr>
        <p:spPr>
          <a:xfrm>
            <a:off x="8553450" y="3638550"/>
            <a:ext cx="895350" cy="571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404D6E6-2737-487F-8FE6-B9D817D3B89F}"/>
              </a:ext>
            </a:extLst>
          </p:cNvPr>
          <p:cNvSpPr>
            <a:spLocks noGrp="1"/>
          </p:cNvSpPr>
          <p:nvPr/>
        </p:nvSpPr>
        <p:spPr>
          <a:xfrm>
            <a:off x="2019300" y="2667000"/>
            <a:ext cx="520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여러분은 작년 이맘때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60058B1-0759-46F4-994D-BE339A3EAE6D}"/>
              </a:ext>
            </a:extLst>
          </p:cNvPr>
          <p:cNvSpPr>
            <a:spLocks noGrp="1"/>
          </p:cNvSpPr>
          <p:nvPr/>
        </p:nvSpPr>
        <p:spPr>
          <a:xfrm>
            <a:off x="2019300" y="3219450"/>
            <a:ext cx="5200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누구와 어디 있었나요?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23F4E19-B0B6-4314-B36C-78FFEA3DE90F}"/>
              </a:ext>
            </a:extLst>
          </p:cNvPr>
          <p:cNvSpPr>
            <a:spLocks noGrp="1"/>
          </p:cNvSpPr>
          <p:nvPr/>
        </p:nvSpPr>
        <p:spPr>
          <a:xfrm>
            <a:off x="7715250" y="2266950"/>
            <a:ext cx="1428750" cy="55245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70F000A-55FB-47B9-B2B0-652A9302AF2A}"/>
              </a:ext>
            </a:extLst>
          </p:cNvPr>
          <p:cNvSpPr>
            <a:spLocks noGrp="1"/>
          </p:cNvSpPr>
          <p:nvPr/>
        </p:nvSpPr>
        <p:spPr>
          <a:xfrm>
            <a:off x="7886700" y="2362200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WHO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2655E61-BAC9-4686-9AA6-F22D8A7B3992}"/>
              </a:ext>
            </a:extLst>
          </p:cNvPr>
          <p:cNvSpPr>
            <a:spLocks noGrp="1"/>
          </p:cNvSpPr>
          <p:nvPr/>
        </p:nvSpPr>
        <p:spPr>
          <a:xfrm>
            <a:off x="7886700" y="254317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누구와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F66B88-5C84-48EC-B6AC-B2C892904491}"/>
              </a:ext>
            </a:extLst>
          </p:cNvPr>
          <p:cNvSpPr>
            <a:spLocks noGrp="1"/>
          </p:cNvSpPr>
          <p:nvPr/>
        </p:nvSpPr>
        <p:spPr>
          <a:xfrm>
            <a:off x="8991600" y="3429000"/>
            <a:ext cx="1428750" cy="55245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A9D4CD-9B65-48AA-BB41-12B43ED96B3B}"/>
              </a:ext>
            </a:extLst>
          </p:cNvPr>
          <p:cNvSpPr>
            <a:spLocks noGrp="1"/>
          </p:cNvSpPr>
          <p:nvPr/>
        </p:nvSpPr>
        <p:spPr>
          <a:xfrm>
            <a:off x="9163050" y="3524250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WHERE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C837665-AF3A-4AEC-B506-12CE1163CE72}"/>
              </a:ext>
            </a:extLst>
          </p:cNvPr>
          <p:cNvSpPr>
            <a:spLocks noGrp="1"/>
          </p:cNvSpPr>
          <p:nvPr/>
        </p:nvSpPr>
        <p:spPr>
          <a:xfrm>
            <a:off x="9163050" y="37052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어디서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581A6BF-A127-4637-ACAD-9601107474DA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1428750" cy="55245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EF7E82-5A14-4634-91DB-E08CC941E03F}"/>
              </a:ext>
            </a:extLst>
          </p:cNvPr>
          <p:cNvSpPr>
            <a:spLocks noGrp="1"/>
          </p:cNvSpPr>
          <p:nvPr/>
        </p:nvSpPr>
        <p:spPr>
          <a:xfrm>
            <a:off x="6457950" y="4362450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WHEN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5DA7CC8-E6B3-4AC1-AA92-2003574189AA}"/>
              </a:ext>
            </a:extLst>
          </p:cNvPr>
          <p:cNvSpPr>
            <a:spLocks noGrp="1"/>
          </p:cNvSpPr>
          <p:nvPr/>
        </p:nvSpPr>
        <p:spPr>
          <a:xfrm>
            <a:off x="6457950" y="45434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작년 이맘때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4AC7396-3357-4DAE-807A-266D2003689D}"/>
              </a:ext>
            </a:extLst>
          </p:cNvPr>
          <p:cNvSpPr>
            <a:spLocks noGrp="1"/>
          </p:cNvSpPr>
          <p:nvPr/>
        </p:nvSpPr>
        <p:spPr>
          <a:xfrm>
            <a:off x="1600200" y="5619750"/>
            <a:ext cx="899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975" b="0" dirty="0">
              <a:solidFill>
                <a:srgbClr val="6964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9DDB95A-6485-4220-B27C-5C6B3EC5B4CD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A7F179B-BA7B-47C3-AACE-D51E6B3A7C37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E48FE53-CE77-44FB-ABC1-CF3A6153E9F4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166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8F0674A4-96E5-4FAF-ACFF-F65CCAF357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5C9747-D04D-4FCC-A844-20E2C731E0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328C08-E4CA-46C5-9E9D-7952B4F78EF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D9835B-2DCF-4C48-8260-C6AE3312CBF2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30699-83DF-4B37-86B6-D345D52E9BBB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68DD05-C4B3-4BCB-8903-E0D3B0E5A0F2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129628-1B9E-4D87-A733-0BBEFB56736E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D40135-4487-45D2-A9ED-2F02D0AACEC8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0FB90A-2550-4C6E-957A-9D8328F8F1D3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1D2960-5B1F-4188-A414-F0EB03284501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4F8C05-DC3B-4B34-AE58-5DCF8E190B6A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3926FE-057A-44F3-916E-29AB7A3B268F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DB0DC-E191-44E3-8621-C4B84504D1DD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B417E0-A1CD-4E85-8C8C-50BA749C689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EA7D8B-DE13-42B6-A36F-C7823D640D09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AD67AC-9BE6-4188-98F3-159A6F3EDB9C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5F96FA-0EB5-48E4-9965-813E441FCC5C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69AC9D-88A3-4E6D-905B-728C28F5E588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57A990-51C6-49DA-BD8A-26DF21DDC0CB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3892A8-E351-4F4F-9617-EB855301B07C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475266-69F2-432E-8A60-E70E5B2ECA1A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824C34-50BB-43F4-809E-A247BDA7552D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COMPARE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3B544D-D661-4D3D-B3EF-BA41DA2CDAAD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COMPARISON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F4AC62-A815-46E0-897A-EF55C8DAA6A5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갤러리와 캘린더 사이에 기억의 맥락이 빠져 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CCB3ED-93EE-4DC1-A4F7-02DDA9B5C0F7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0C1DFC-1EBB-4E9F-A6C1-157C04A1D5A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857500" cy="30289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EE4957-7A19-4FA5-AE3D-000AB59D01B2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28575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그래픽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00150" y="1885950"/>
            <a:ext cx="323850" cy="32385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0EA13C-7CB9-4925-A78B-4B7A92254DD3}"/>
              </a:ext>
            </a:extLst>
          </p:cNvPr>
          <p:cNvSpPr>
            <a:spLocks noGrp="1"/>
          </p:cNvSpPr>
          <p:nvPr/>
        </p:nvSpPr>
        <p:spPr>
          <a:xfrm>
            <a:off x="1638300" y="18669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갤러리 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2138BD-D700-4616-8529-90A9EDBBF001}"/>
              </a:ext>
            </a:extLst>
          </p:cNvPr>
          <p:cNvSpPr>
            <a:spLocks noGrp="1"/>
          </p:cNvSpPr>
          <p:nvPr/>
        </p:nvSpPr>
        <p:spPr>
          <a:xfrm>
            <a:off x="1238250" y="22669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사진은 있지만 맥락 없음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5C8BF87-7976-4837-B54F-E3C22210BCE9}"/>
              </a:ext>
            </a:extLst>
          </p:cNvPr>
          <p:cNvSpPr>
            <a:spLocks noGrp="1"/>
          </p:cNvSpPr>
          <p:nvPr/>
        </p:nvSpPr>
        <p:spPr>
          <a:xfrm>
            <a:off x="4381500" y="1695450"/>
            <a:ext cx="3028950" cy="30289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4B2992-67D0-447B-97E6-ECAE205B75E2}"/>
              </a:ext>
            </a:extLst>
          </p:cNvPr>
          <p:cNvSpPr>
            <a:spLocks noGrp="1"/>
          </p:cNvSpPr>
          <p:nvPr/>
        </p:nvSpPr>
        <p:spPr>
          <a:xfrm>
            <a:off x="4305300" y="1619250"/>
            <a:ext cx="3028950" cy="3028950"/>
          </a:xfrm>
          <a:prstGeom prst="rect">
            <a:avLst/>
          </a:prstGeom>
          <a:solidFill>
            <a:srgbClr val="34104A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그래픽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2950" y="1885950"/>
            <a:ext cx="323850" cy="323850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13FC55-0C54-4577-B1A2-24E26D986B61}"/>
              </a:ext>
            </a:extLst>
          </p:cNvPr>
          <p:cNvSpPr>
            <a:spLocks noGrp="1"/>
          </p:cNvSpPr>
          <p:nvPr/>
        </p:nvSpPr>
        <p:spPr>
          <a:xfrm>
            <a:off x="4991100" y="18669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누락된 맥락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CA9568-AD83-4F31-A31F-22664E4B92B1}"/>
              </a:ext>
            </a:extLst>
          </p:cNvPr>
          <p:cNvSpPr>
            <a:spLocks noGrp="1"/>
          </p:cNvSpPr>
          <p:nvPr/>
        </p:nvSpPr>
        <p:spPr>
          <a:xfrm>
            <a:off x="4591050" y="22669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D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CD2FF"/>
                </a:solidFill>
                <a:latin typeface="Apple SD Gothic Neo"/>
                <a:ea typeface="Apple SD Gothic Neo"/>
                <a:cs typeface="Apple SD Gothic Neo"/>
              </a:rPr>
              <a:t>관계·장소·의미의 공백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C9170BE-4693-4013-813E-C28627E48D7A}"/>
              </a:ext>
            </a:extLst>
          </p:cNvPr>
          <p:cNvSpPr>
            <a:spLocks noGrp="1"/>
          </p:cNvSpPr>
          <p:nvPr/>
        </p:nvSpPr>
        <p:spPr>
          <a:xfrm>
            <a:off x="8039100" y="1695450"/>
            <a:ext cx="2857500" cy="30289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DACF44-1309-471B-B77A-D6FE20655099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28575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그래픽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10550" y="1885950"/>
            <a:ext cx="323850" cy="32385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674E6D-D79C-41E0-B967-EBB3E7DA4BCC}"/>
              </a:ext>
            </a:extLst>
          </p:cNvPr>
          <p:cNvSpPr>
            <a:spLocks noGrp="1"/>
          </p:cNvSpPr>
          <p:nvPr/>
        </p:nvSpPr>
        <p:spPr>
          <a:xfrm>
            <a:off x="8648700" y="18669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캘린더 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24154B-FA20-4D35-946F-011FF8FF2C17}"/>
              </a:ext>
            </a:extLst>
          </p:cNvPr>
          <p:cNvSpPr>
            <a:spLocks noGrp="1"/>
          </p:cNvSpPr>
          <p:nvPr/>
        </p:nvSpPr>
        <p:spPr>
          <a:xfrm>
            <a:off x="8248650" y="22669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일정은</a:t>
            </a:r>
            <a:r>
              <a:rPr sz="1125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있지만</a:t>
            </a:r>
            <a:r>
              <a:rPr sz="1125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회상</a:t>
            </a:r>
            <a:r>
              <a:rPr sz="1125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도구</a:t>
            </a:r>
            <a:r>
              <a:rPr sz="1125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아님</a:t>
            </a:r>
            <a:endParaRPr sz="1125" b="0" dirty="0">
              <a:solidFill>
                <a:srgbClr val="6964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D9FBEE2-2891-4B72-9A31-0116E0455070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시간순</a:t>
            </a:r>
            <a:r>
              <a:rPr sz="105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정렬</a:t>
            </a:r>
            <a:endParaRPr sz="1050" b="1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D54E6D-5805-488E-8450-6E4752BDEF6C}"/>
              </a:ext>
            </a:extLst>
          </p:cNvPr>
          <p:cNvSpPr>
            <a:spLocks noGrp="1"/>
          </p:cNvSpPr>
          <p:nvPr/>
        </p:nvSpPr>
        <p:spPr>
          <a:xfrm>
            <a:off x="2647950" y="28575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제공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72985D-B06A-43F1-A0B0-A0CDF0805E70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필요</a:t>
            </a:r>
            <a:endParaRPr sz="10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39151FC-BDA8-4FE2-ABD8-E1CAD38CEF57}"/>
              </a:ext>
            </a:extLst>
          </p:cNvPr>
          <p:cNvSpPr>
            <a:spLocks noGrp="1"/>
          </p:cNvSpPr>
          <p:nvPr/>
        </p:nvSpPr>
        <p:spPr>
          <a:xfrm>
            <a:off x="9315450" y="28575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부분 제공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3D0AE91-B128-41D2-8B66-30611558148D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누구와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58ABBB7-ED6B-4B16-9C68-A746D60C9E8E}"/>
              </a:ext>
            </a:extLst>
          </p:cNvPr>
          <p:cNvSpPr>
            <a:spLocks noGrp="1"/>
          </p:cNvSpPr>
          <p:nvPr/>
        </p:nvSpPr>
        <p:spPr>
          <a:xfrm>
            <a:off x="2647950" y="32766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부재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0E4CBAD-3254-4677-B3FC-5C7215D35554}"/>
              </a:ext>
            </a:extLst>
          </p:cNvPr>
          <p:cNvSpPr>
            <a:spLocks noGrp="1"/>
          </p:cNvSpPr>
          <p:nvPr/>
        </p:nvSpPr>
        <p:spPr>
          <a:xfrm>
            <a:off x="4953000" y="32766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빈 값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1D6922-AC2A-401C-A04C-F89CA3754985}"/>
              </a:ext>
            </a:extLst>
          </p:cNvPr>
          <p:cNvSpPr>
            <a:spLocks noGrp="1"/>
          </p:cNvSpPr>
          <p:nvPr/>
        </p:nvSpPr>
        <p:spPr>
          <a:xfrm>
            <a:off x="9315450" y="32766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부재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C8C56BB-5965-4304-97B8-FAF1C640BDAA}"/>
              </a:ext>
            </a:extLst>
          </p:cNvPr>
          <p:cNvSpPr>
            <a:spLocks noGrp="1"/>
          </p:cNvSpPr>
          <p:nvPr/>
        </p:nvSpPr>
        <p:spPr>
          <a:xfrm>
            <a:off x="1257300" y="36957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어디서</a:t>
            </a:r>
            <a:endParaRPr sz="1050" b="1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7C4EEB-AC26-4224-B529-E7D2BB15B3DB}"/>
              </a:ext>
            </a:extLst>
          </p:cNvPr>
          <p:cNvSpPr>
            <a:spLocks noGrp="1"/>
          </p:cNvSpPr>
          <p:nvPr/>
        </p:nvSpPr>
        <p:spPr>
          <a:xfrm>
            <a:off x="2647950" y="36957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부재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EA1D227-14A3-4F62-BEB7-9B4BD1F3173E}"/>
              </a:ext>
            </a:extLst>
          </p:cNvPr>
          <p:cNvSpPr>
            <a:spLocks noGrp="1"/>
          </p:cNvSpPr>
          <p:nvPr/>
        </p:nvSpPr>
        <p:spPr>
          <a:xfrm>
            <a:off x="4953000" y="36957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빈 값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AA6B473-07F6-4C8F-9C0E-A495E44D6D07}"/>
              </a:ext>
            </a:extLst>
          </p:cNvPr>
          <p:cNvSpPr>
            <a:spLocks noGrp="1"/>
          </p:cNvSpPr>
          <p:nvPr/>
        </p:nvSpPr>
        <p:spPr>
          <a:xfrm>
            <a:off x="9315450" y="36957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부분 제공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86A1F1A-8BC3-42DD-B712-A89690925F8F}"/>
              </a:ext>
            </a:extLst>
          </p:cNvPr>
          <p:cNvSpPr>
            <a:spLocks noGrp="1"/>
          </p:cNvSpPr>
          <p:nvPr/>
        </p:nvSpPr>
        <p:spPr>
          <a:xfrm>
            <a:off x="1257300" y="41148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경험</a:t>
            </a:r>
            <a:r>
              <a:rPr sz="105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  <a:endParaRPr sz="1050" b="1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DD709F5-FEFE-41E2-97F5-C47FD31AC435}"/>
              </a:ext>
            </a:extLst>
          </p:cNvPr>
          <p:cNvSpPr>
            <a:spLocks noGrp="1"/>
          </p:cNvSpPr>
          <p:nvPr/>
        </p:nvSpPr>
        <p:spPr>
          <a:xfrm>
            <a:off x="2647950" y="41148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부재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9EC055-D07C-4DEA-87C6-318395C6DEEA}"/>
              </a:ext>
            </a:extLst>
          </p:cNvPr>
          <p:cNvSpPr>
            <a:spLocks noGrp="1"/>
          </p:cNvSpPr>
          <p:nvPr/>
        </p:nvSpPr>
        <p:spPr>
          <a:xfrm>
            <a:off x="4953000" y="41148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빈 값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305AF21-0C07-4520-9BBF-6FC4A2DCEA2A}"/>
              </a:ext>
            </a:extLst>
          </p:cNvPr>
          <p:cNvSpPr>
            <a:spLocks noGrp="1"/>
          </p:cNvSpPr>
          <p:nvPr/>
        </p:nvSpPr>
        <p:spPr>
          <a:xfrm>
            <a:off x="9315450" y="41148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일정 단위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D53B11-102F-4C06-89D1-D2138A960A27}"/>
              </a:ext>
            </a:extLst>
          </p:cNvPr>
          <p:cNvSpPr>
            <a:spLocks noGrp="1"/>
          </p:cNvSpPr>
          <p:nvPr/>
        </p:nvSpPr>
        <p:spPr>
          <a:xfrm>
            <a:off x="3829050" y="3162300"/>
            <a:ext cx="342900" cy="285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삼각형 57">
            <a:extLst>
              <a:ext uri="{FF2B5EF4-FFF2-40B4-BE49-F238E27FC236}">
                <a16:creationId xmlns:a16="http://schemas.microsoft.com/office/drawing/2014/main" id="{908D52CD-26CA-4537-ACA1-DB2E81111446}"/>
              </a:ext>
            </a:extLst>
          </p:cNvPr>
          <p:cNvSpPr>
            <a:spLocks noGrp="1"/>
          </p:cNvSpPr>
          <p:nvPr/>
        </p:nvSpPr>
        <p:spPr>
          <a:xfrm>
            <a:off x="4152900" y="3105150"/>
            <a:ext cx="114300" cy="11430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E6CB6C0-E9FF-424A-89FF-ECED70604EE9}"/>
              </a:ext>
            </a:extLst>
          </p:cNvPr>
          <p:cNvSpPr>
            <a:spLocks noGrp="1"/>
          </p:cNvSpPr>
          <p:nvPr/>
        </p:nvSpPr>
        <p:spPr>
          <a:xfrm>
            <a:off x="7334250" y="3162300"/>
            <a:ext cx="457200" cy="285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삼각형 59">
            <a:extLst>
              <a:ext uri="{FF2B5EF4-FFF2-40B4-BE49-F238E27FC236}">
                <a16:creationId xmlns:a16="http://schemas.microsoft.com/office/drawing/2014/main" id="{53C1DC2A-4DF2-4759-B894-E44AE589418A}"/>
              </a:ext>
            </a:extLst>
          </p:cNvPr>
          <p:cNvSpPr>
            <a:spLocks noGrp="1"/>
          </p:cNvSpPr>
          <p:nvPr/>
        </p:nvSpPr>
        <p:spPr>
          <a:xfrm>
            <a:off x="7772400" y="3105150"/>
            <a:ext cx="114300" cy="11430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0B22950-540B-4116-B02E-41C53D7816C3}"/>
              </a:ext>
            </a:extLst>
          </p:cNvPr>
          <p:cNvSpPr>
            <a:spLocks noGrp="1"/>
          </p:cNvSpPr>
          <p:nvPr/>
        </p:nvSpPr>
        <p:spPr>
          <a:xfrm>
            <a:off x="2000250" y="5162550"/>
            <a:ext cx="8191500" cy="5143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E4ED52C-53D8-4046-90FB-C026E0C94567}"/>
              </a:ext>
            </a:extLst>
          </p:cNvPr>
          <p:cNvSpPr>
            <a:spLocks noGrp="1"/>
          </p:cNvSpPr>
          <p:nvPr/>
        </p:nvSpPr>
        <p:spPr>
          <a:xfrm>
            <a:off x="2190750" y="53149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CLUSTER는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공백을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관계·장소·시간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ActivityLog로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채웁니다</a:t>
            </a:r>
            <a:r>
              <a:rPr sz="15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C75F983-55B3-44C0-AD3C-464BE6E37342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9378C8B-AEA4-4483-B472-BA7676B38A2D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18A4257-4A8B-42AD-8CAD-793616416A12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438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43C42795-1939-424F-9050-EC1683D3AB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B462AA-4C91-4B55-A23D-0F499CD9CA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570699-9712-40B2-A4CA-28D148DE2459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4F1FD5-A853-4B33-9BAA-6608FB5E2EF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E71C60-7263-44D3-AB27-7075781223AB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35A4E8-422A-460F-B38A-6CB450E25775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65B9A2-22F5-49E5-825D-13536703871D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EFF72C-29DF-406D-BFDD-2CEFAE7B7B82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B37345-4E2E-4432-991C-6CC4AB0909EC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7A497A-4000-4B25-9621-FBC72CB1D624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640BE8-4FBC-4325-8FF3-56EA7926D173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CFA11E-814E-41D3-9A4E-DF599D517068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46B2C0-D8D7-481C-A367-5F2E969E668A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1DFD5E-8755-4195-A132-50A93A67FBA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3B6808-5DB1-4A53-BE78-F4534F5452B9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86074C-5E15-4FE2-AF1D-9347B8E2AA51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579379-F77F-4C06-B308-4ADFB5F87294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F2F79E-67CA-4628-8C9F-DFAFB4BF167F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911D38-3699-4D79-AAD4-962C6092290A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DB4E7C-06C0-4BC4-871E-3A7707F21E56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3208CB-E815-4970-B8AD-2B18F5E43094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A6549B-711B-4DD6-B299-F6F3C30D2857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SOLUTION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99031A-07CF-4CA9-9920-B82C70573D69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SOLUTION STACK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B5808B-7317-4F80-AE3C-FCB04FF1CE8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CLUSTER는 사진을 인생 기록의 구조로 바꿉니다.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368D85-F301-46DE-BA6E-DA11C041A1A5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E4920D-682B-4A2E-A4D0-628C3EED40A1}"/>
              </a:ext>
            </a:extLst>
          </p:cNvPr>
          <p:cNvSpPr>
            <a:spLocks noGrp="1"/>
          </p:cNvSpPr>
          <p:nvPr/>
        </p:nvSpPr>
        <p:spPr>
          <a:xfrm>
            <a:off x="1143000" y="14287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사진 한 장에서 인물, 장소, 시간을 자동 추출해 관계와 경험의 맥락을 구조화하는 웹 기반 기록 시스템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CC02D9-199F-42CC-9E3D-1CD11B7B4360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2286000" cy="21907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2F4DC8-E55E-4D2E-93DD-8932059FD740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22860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래픽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885950" y="2571750"/>
            <a:ext cx="476250" cy="476250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DF3B14D-A1C8-4549-AE91-21BB65711D40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9647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96473"/>
                </a:solidFill>
                <a:latin typeface="Aptos Mono"/>
                <a:ea typeface="Aptos Mono"/>
                <a:cs typeface="Aptos Mono"/>
              </a:rPr>
              <a:t>PHOTO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7F462E2-2303-46E1-A421-9AF0A266D808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업로드 한 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67D5EF-58A7-470B-94F0-785604B30E7E}"/>
              </a:ext>
            </a:extLst>
          </p:cNvPr>
          <p:cNvSpPr>
            <a:spLocks noGrp="1"/>
          </p:cNvSpPr>
          <p:nvPr/>
        </p:nvSpPr>
        <p:spPr>
          <a:xfrm>
            <a:off x="3390900" y="3333750"/>
            <a:ext cx="876300" cy="285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삼각형 32">
            <a:extLst>
              <a:ext uri="{FF2B5EF4-FFF2-40B4-BE49-F238E27FC236}">
                <a16:creationId xmlns:a16="http://schemas.microsoft.com/office/drawing/2014/main" id="{C9403452-4714-48B6-8F60-5EB0A6ABD9EE}"/>
              </a:ext>
            </a:extLst>
          </p:cNvPr>
          <p:cNvSpPr>
            <a:spLocks noGrp="1"/>
          </p:cNvSpPr>
          <p:nvPr/>
        </p:nvSpPr>
        <p:spPr>
          <a:xfrm>
            <a:off x="4248150" y="3276600"/>
            <a:ext cx="114300" cy="11430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9DC0EBE-8C87-4FDD-A188-82906936FA83}"/>
              </a:ext>
            </a:extLst>
          </p:cNvPr>
          <p:cNvSpPr>
            <a:spLocks noGrp="1"/>
          </p:cNvSpPr>
          <p:nvPr/>
        </p:nvSpPr>
        <p:spPr>
          <a:xfrm>
            <a:off x="4476750" y="2228850"/>
            <a:ext cx="2571750" cy="219075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70D5A30-CFBB-4AC3-85D7-68304C204331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2571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4DAB94E-368F-45DB-A540-D98734FCCB29}"/>
              </a:ext>
            </a:extLst>
          </p:cNvPr>
          <p:cNvSpPr>
            <a:spLocks noGrp="1"/>
          </p:cNvSpPr>
          <p:nvPr/>
        </p:nvSpPr>
        <p:spPr>
          <a:xfrm>
            <a:off x="4476750" y="325755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EXIF · FACE · PLACE · SCHEDULE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3457A8-A256-4A81-9265-1B832EEC881D}"/>
              </a:ext>
            </a:extLst>
          </p:cNvPr>
          <p:cNvSpPr>
            <a:spLocks noGrp="1"/>
          </p:cNvSpPr>
          <p:nvPr/>
        </p:nvSpPr>
        <p:spPr>
          <a:xfrm>
            <a:off x="4476750" y="36385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맥락 변환 엔진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7AF0813-DAC1-4943-88A6-E7260039A92E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781050" cy="285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삼각형 38">
            <a:extLst>
              <a:ext uri="{FF2B5EF4-FFF2-40B4-BE49-F238E27FC236}">
                <a16:creationId xmlns:a16="http://schemas.microsoft.com/office/drawing/2014/main" id="{C3586325-D84E-45B7-9C9D-49263E9494B5}"/>
              </a:ext>
            </a:extLst>
          </p:cNvPr>
          <p:cNvSpPr>
            <a:spLocks noGrp="1"/>
          </p:cNvSpPr>
          <p:nvPr/>
        </p:nvSpPr>
        <p:spPr>
          <a:xfrm>
            <a:off x="7905750" y="3276600"/>
            <a:ext cx="114300" cy="11430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A91AD1-D143-4C5F-8EA3-EE0F5C4B9AFE}"/>
              </a:ext>
            </a:extLst>
          </p:cNvPr>
          <p:cNvSpPr>
            <a:spLocks noGrp="1"/>
          </p:cNvSpPr>
          <p:nvPr/>
        </p:nvSpPr>
        <p:spPr>
          <a:xfrm>
            <a:off x="8248650" y="2076450"/>
            <a:ext cx="2857500" cy="8763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F236D0-7C7B-4414-8231-9711E0A7E71D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2857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래픽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20100" y="2257425"/>
            <a:ext cx="323850" cy="32385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8D91F02D-D1E3-4140-A977-2F23A47A1970}"/>
              </a:ext>
            </a:extLst>
          </p:cNvPr>
          <p:cNvSpPr>
            <a:spLocks noGrp="1"/>
          </p:cNvSpPr>
          <p:nvPr/>
        </p:nvSpPr>
        <p:spPr>
          <a:xfrm>
            <a:off x="8896350" y="21907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601D8F-F8E0-4945-9B61-4511550EED62}"/>
              </a:ext>
            </a:extLst>
          </p:cNvPr>
          <p:cNvSpPr>
            <a:spLocks noGrp="1"/>
          </p:cNvSpPr>
          <p:nvPr/>
        </p:nvSpPr>
        <p:spPr>
          <a:xfrm>
            <a:off x="8896350" y="24765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삶의 경험을 구조화된 자산으로 축적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2E3F3F-8946-4CFA-AF75-601ABBB07DFD}"/>
              </a:ext>
            </a:extLst>
          </p:cNvPr>
          <p:cNvSpPr>
            <a:spLocks noGrp="1"/>
          </p:cNvSpPr>
          <p:nvPr/>
        </p:nvSpPr>
        <p:spPr>
          <a:xfrm>
            <a:off x="8248650" y="3257550"/>
            <a:ext cx="2857500" cy="8763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12A32F-BE58-4CBF-B6AC-1A9953693F9F}"/>
              </a:ext>
            </a:extLst>
          </p:cNvPr>
          <p:cNvSpPr>
            <a:spLocks noGrp="1"/>
          </p:cNvSpPr>
          <p:nvPr/>
        </p:nvSpPr>
        <p:spPr>
          <a:xfrm>
            <a:off x="8172450" y="3181350"/>
            <a:ext cx="2857500" cy="8763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420100" y="3438525"/>
            <a:ext cx="323850" cy="32385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C9657204-51F1-44FF-B794-429F7985BDD2}"/>
              </a:ext>
            </a:extLst>
          </p:cNvPr>
          <p:cNvSpPr>
            <a:spLocks noGrp="1"/>
          </p:cNvSpPr>
          <p:nvPr/>
        </p:nvSpPr>
        <p:spPr>
          <a:xfrm>
            <a:off x="8896350" y="33718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기록의 진실성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6FC27C6-C450-4537-BB81-BA9CA819C40D}"/>
              </a:ext>
            </a:extLst>
          </p:cNvPr>
          <p:cNvSpPr>
            <a:spLocks noGrp="1"/>
          </p:cNvSpPr>
          <p:nvPr/>
        </p:nvSpPr>
        <p:spPr>
          <a:xfrm>
            <a:off x="8896350" y="36576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GPS·시간 일치 기반으로 신뢰 확보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666CCF-CF28-43A4-A82A-8BDEEB9CE72C}"/>
              </a:ext>
            </a:extLst>
          </p:cNvPr>
          <p:cNvSpPr>
            <a:spLocks noGrp="1"/>
          </p:cNvSpPr>
          <p:nvPr/>
        </p:nvSpPr>
        <p:spPr>
          <a:xfrm>
            <a:off x="8248650" y="4438650"/>
            <a:ext cx="2857500" cy="8763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4BEA5F-72AF-4B6C-8019-975BCFDBE9E6}"/>
              </a:ext>
            </a:extLst>
          </p:cNvPr>
          <p:cNvSpPr>
            <a:spLocks noGrp="1"/>
          </p:cNvSpPr>
          <p:nvPr/>
        </p:nvSpPr>
        <p:spPr>
          <a:xfrm>
            <a:off x="8172450" y="4362450"/>
            <a:ext cx="2857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그래픽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420100" y="4619625"/>
            <a:ext cx="323850" cy="323850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781D89-DE53-40E2-8F22-E12ACE99B7EA}"/>
              </a:ext>
            </a:extLst>
          </p:cNvPr>
          <p:cNvSpPr>
            <a:spLocks noGrp="1"/>
          </p:cNvSpPr>
          <p:nvPr/>
        </p:nvSpPr>
        <p:spPr>
          <a:xfrm>
            <a:off x="8896350" y="45529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자아 집중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B84665-7621-47FB-B25E-47D06B6914EA}"/>
              </a:ext>
            </a:extLst>
          </p:cNvPr>
          <p:cNvSpPr>
            <a:spLocks noGrp="1"/>
          </p:cNvSpPr>
          <p:nvPr/>
        </p:nvSpPr>
        <p:spPr>
          <a:xfrm>
            <a:off x="8896350" y="48387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관계와 장소에 쓴 에너지를 시각화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FE128A1-88AE-4CD9-BD40-55C1CCDD2E3F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B50CCF2-428F-4A43-B815-3BD8153DC60B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2D25924-622B-490C-BFBD-51EBEB854DEC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94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970105EE-9BA8-41B2-88DF-E798CB01B0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67CE96-5AD9-4B06-A4AE-C14C46F3C3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A4BF6D-D85D-4B04-9F92-F039D6A38F17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5DD19B-1249-459C-A9C5-3645B00F0DC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8CFC52-9454-4A11-B959-14231CC1C172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636E82-DC8E-44DF-9D9B-CA1B26C87EBD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A6C056-3CB8-4540-B591-0830BE313F58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863874-4616-4750-B78C-43937B174AA0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8A48FA-876D-48A7-B1D2-FECD3069D2A7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4002F7-F92B-4E2A-87F4-B01034E71F89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00F4D3-63FB-4069-A2BC-ABBD725F0D5A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9D47FA-9220-41CE-8DC1-EA17A4D811A6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67970B-9391-46D4-A376-07AE2403325F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2EC723-AC25-4F30-821C-019571EC9D93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63E0ED-3878-424A-AE83-D60E7186CB19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72E365-C590-43E2-A0F1-D97B85DA3254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0E3B24-BDD5-4BBC-972C-1FBF92AB1633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B67434-9A24-44AA-8363-A775E518D651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32B316-A9A6-44A7-834E-74F7F74853B9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8CC571-E7A8-4178-BD21-76FAE0369914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452647-469E-4B27-9144-50DA885CE2DE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62FD91-9F95-4908-9756-7A17BD92CA1A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9FEE85-8A8A-4544-A145-69EEBB3A861C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3401D6-9F7A-4261-BACF-80A9655B74DE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세 개의 서버 계층이 사진을 구조화된 기록으로 변환합니다.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70EBBBD-D338-4B3C-BC07-6EF75B4E2C5C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1D26D7-976E-426F-92E3-20C2D057C653}"/>
              </a:ext>
            </a:extLst>
          </p:cNvPr>
          <p:cNvSpPr>
            <a:spLocks noGrp="1"/>
          </p:cNvSpPr>
          <p:nvPr/>
        </p:nvSpPr>
        <p:spPr>
          <a:xfrm>
            <a:off x="1085850" y="1638300"/>
            <a:ext cx="10020300" cy="40386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001A4D-92F1-41E6-A7E7-B88D1E3A9DD7}"/>
              </a:ext>
            </a:extLst>
          </p:cNvPr>
          <p:cNvSpPr>
            <a:spLocks noGrp="1"/>
          </p:cNvSpPr>
          <p:nvPr/>
        </p:nvSpPr>
        <p:spPr>
          <a:xfrm>
            <a:off x="1009650" y="1562100"/>
            <a:ext cx="100203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그래픽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600" y="1809750"/>
            <a:ext cx="9239250" cy="342900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E8FE4F-16C8-4CBC-9566-343B46544774}"/>
              </a:ext>
            </a:extLst>
          </p:cNvPr>
          <p:cNvSpPr>
            <a:spLocks noGrp="1"/>
          </p:cNvSpPr>
          <p:nvPr/>
        </p:nvSpPr>
        <p:spPr>
          <a:xfrm>
            <a:off x="1390650" y="5753100"/>
            <a:ext cx="923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사진 업로드 → EXIF 추출 → 얼굴 임베딩 → 장소·일정 매칭 → ActivityLog 자동 생성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DE36090-0A1C-4E92-B387-0367CAC81868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C4485F-62DD-4308-BE19-EC43E44889D2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A52917-99AA-4B4A-A04D-CB2E3C99AD7E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679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29393743-A5CF-4EF3-9EEF-F735D56276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C249B8-6F69-4D6D-830D-CC66492287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C55382-7CE4-4F0F-9358-EC1C46CB16B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BA0C06-1FD2-4AFA-8745-5A71BEA02D3E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2C6560-C738-4DDE-B779-74BB6C5ECDC0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DCC18C-513F-49A1-9065-F6A3EAF1A439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90A620-4586-4B94-A899-68D28B566ECA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B7725E-68A5-405F-A404-E4D29D3AADF4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F6A5FA-FF21-4F2F-8EC9-FB1CC17A3F61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26781C-351D-4752-9851-9F6B596B27B7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9A6ECD-F817-41A9-BA5A-E478E2C0226D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7283B7-B043-45B0-87A3-369E54B311A7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1E9FD7-34A3-4300-BA02-93A8E585BE7E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6C0695-5A81-44BA-8222-836D2BAF82A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F8A267-E64F-41FA-89B6-9D10ED226372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8DF39E-F1F0-411C-95F9-0173D5403241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FB048F-266F-4B59-B96E-73D7E748D6DA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BF6249-1EDB-4537-BAFD-9985CAAA09EE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EE7D27-0A03-4480-B01C-BF3ED50A8E71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48B277-82E4-41A5-A0A5-6CB6171BA936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D6E870-BB52-40F8-8E60-5A18B338B8E4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A8A198-F0F1-4165-9018-C6B596060A5B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E0D448-3303-4652-9B0C-AFAE9114BAF0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PIPELINE FLOW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ECB899-8D48-4EA3-A410-953C30AEA6D4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사용자 입력 하나가 여섯 단계 자동 처리로 확장됩니다.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D1FC32-9DCC-4D2C-BBAD-659E740A5654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A95245-2B25-42E5-81B1-9C8FF6E00609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4394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446923-B21B-43CB-9621-CBC3283CFB00}"/>
              </a:ext>
            </a:extLst>
          </p:cNvPr>
          <p:cNvSpPr>
            <a:spLocks noGrp="1"/>
          </p:cNvSpPr>
          <p:nvPr/>
        </p:nvSpPr>
        <p:spPr>
          <a:xfrm>
            <a:off x="1428750" y="3009900"/>
            <a:ext cx="87630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02A9296-77F0-4CB1-81E6-DF879C63B5E7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819150" cy="819150"/>
          </a:xfrm>
          <a:prstGeom prst="ellipse">
            <a:avLst/>
          </a:prstGeom>
          <a:solidFill>
            <a:srgbClr val="3410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108678-1015-424D-9C1F-9CE3A190C126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BA99FC3-4C71-437D-A5C1-906A144C1348}"/>
              </a:ext>
            </a:extLst>
          </p:cNvPr>
          <p:cNvSpPr>
            <a:spLocks noGrp="1"/>
          </p:cNvSpPr>
          <p:nvPr/>
        </p:nvSpPr>
        <p:spPr>
          <a:xfrm>
            <a:off x="12573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EXIF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A9D6C8-3984-47A6-A155-50A2A2EDE035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GPS·촬영 시간 추출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416B376-DD41-4167-9036-51C511DD71F9}"/>
              </a:ext>
            </a:extLst>
          </p:cNvPr>
          <p:cNvSpPr>
            <a:spLocks noGrp="1"/>
          </p:cNvSpPr>
          <p:nvPr/>
        </p:nvSpPr>
        <p:spPr>
          <a:xfrm>
            <a:off x="3009900" y="2552700"/>
            <a:ext cx="819150" cy="819150"/>
          </a:xfrm>
          <a:prstGeom prst="ellipse">
            <a:avLst/>
          </a:prstGeom>
          <a:solidFill>
            <a:srgbClr val="EAE3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2AA5EA-6D06-4CFA-A161-62AE08B2014E}"/>
              </a:ext>
            </a:extLst>
          </p:cNvPr>
          <p:cNvSpPr>
            <a:spLocks noGrp="1"/>
          </p:cNvSpPr>
          <p:nvPr/>
        </p:nvSpPr>
        <p:spPr>
          <a:xfrm>
            <a:off x="30099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894EE4-ED58-40C8-8990-8A73C10910DF}"/>
              </a:ext>
            </a:extLst>
          </p:cNvPr>
          <p:cNvSpPr>
            <a:spLocks noGrp="1"/>
          </p:cNvSpPr>
          <p:nvPr/>
        </p:nvSpPr>
        <p:spPr>
          <a:xfrm>
            <a:off x="30099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FACE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096551F-5519-4896-AC12-DF349C989F2C}"/>
              </a:ext>
            </a:extLst>
          </p:cNvPr>
          <p:cNvSpPr>
            <a:spLocks noGrp="1"/>
          </p:cNvSpPr>
          <p:nvPr/>
        </p:nvSpPr>
        <p:spPr>
          <a:xfrm>
            <a:off x="27432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ArcFace 임베딩 매칭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BDB9E94-5D2D-4A8F-86E8-65A1DF5F272B}"/>
              </a:ext>
            </a:extLst>
          </p:cNvPr>
          <p:cNvSpPr>
            <a:spLocks noGrp="1"/>
          </p:cNvSpPr>
          <p:nvPr/>
        </p:nvSpPr>
        <p:spPr>
          <a:xfrm>
            <a:off x="4762500" y="2552700"/>
            <a:ext cx="819150" cy="819150"/>
          </a:xfrm>
          <a:prstGeom prst="ellipse">
            <a:avLst/>
          </a:prstGeom>
          <a:solidFill>
            <a:srgbClr val="EAE3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E910E1-DB90-42E2-B4E3-D6D2D90369A5}"/>
              </a:ext>
            </a:extLst>
          </p:cNvPr>
          <p:cNvSpPr>
            <a:spLocks noGrp="1"/>
          </p:cNvSpPr>
          <p:nvPr/>
        </p:nvSpPr>
        <p:spPr>
          <a:xfrm>
            <a:off x="47625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F3D79B-14F9-47AB-97BE-98F9850B70B8}"/>
              </a:ext>
            </a:extLst>
          </p:cNvPr>
          <p:cNvSpPr>
            <a:spLocks noGrp="1"/>
          </p:cNvSpPr>
          <p:nvPr/>
        </p:nvSpPr>
        <p:spPr>
          <a:xfrm>
            <a:off x="47625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GROUP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8F6933A-6024-4727-BE9C-897BE15176A7}"/>
              </a:ext>
            </a:extLst>
          </p:cNvPr>
          <p:cNvSpPr>
            <a:spLocks noGrp="1"/>
          </p:cNvSpPr>
          <p:nvPr/>
        </p:nvSpPr>
        <p:spPr>
          <a:xfrm>
            <a:off x="44958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같은 날짜 + 200m 묶음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B32DD8F-B2E9-495B-B224-3EB46D6FECB4}"/>
              </a:ext>
            </a:extLst>
          </p:cNvPr>
          <p:cNvSpPr>
            <a:spLocks noGrp="1"/>
          </p:cNvSpPr>
          <p:nvPr/>
        </p:nvSpPr>
        <p:spPr>
          <a:xfrm>
            <a:off x="6515100" y="2552700"/>
            <a:ext cx="819150" cy="819150"/>
          </a:xfrm>
          <a:prstGeom prst="ellipse">
            <a:avLst/>
          </a:prstGeom>
          <a:solidFill>
            <a:srgbClr val="EAE3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834766-9CDB-4A08-82EF-F8737C31676C}"/>
              </a:ext>
            </a:extLst>
          </p:cNvPr>
          <p:cNvSpPr>
            <a:spLocks noGrp="1"/>
          </p:cNvSpPr>
          <p:nvPr/>
        </p:nvSpPr>
        <p:spPr>
          <a:xfrm>
            <a:off x="65151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1021B8-12AC-4008-917A-D56E4FE00C2E}"/>
              </a:ext>
            </a:extLst>
          </p:cNvPr>
          <p:cNvSpPr>
            <a:spLocks noGrp="1"/>
          </p:cNvSpPr>
          <p:nvPr/>
        </p:nvSpPr>
        <p:spPr>
          <a:xfrm>
            <a:off x="65151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D943EBA-C6EA-41C2-A79B-BC4DAAD64E10}"/>
              </a:ext>
            </a:extLst>
          </p:cNvPr>
          <p:cNvSpPr>
            <a:spLocks noGrp="1"/>
          </p:cNvSpPr>
          <p:nvPr/>
        </p:nvSpPr>
        <p:spPr>
          <a:xfrm>
            <a:off x="62484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exact → date_only → none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15DC056-7D99-4788-B61D-5B9943F70EE7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819150" cy="819150"/>
          </a:xfrm>
          <a:prstGeom prst="ellipse">
            <a:avLst/>
          </a:prstGeom>
          <a:solidFill>
            <a:srgbClr val="EAE3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350DB86-13FC-4990-9E84-D2E6C7562FE9}"/>
              </a:ext>
            </a:extLst>
          </p:cNvPr>
          <p:cNvSpPr>
            <a:spLocks noGrp="1"/>
          </p:cNvSpPr>
          <p:nvPr/>
        </p:nvSpPr>
        <p:spPr>
          <a:xfrm>
            <a:off x="82677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7EBEDB0-4D1C-4BFF-8E94-132CCA25C1B4}"/>
              </a:ext>
            </a:extLst>
          </p:cNvPr>
          <p:cNvSpPr>
            <a:spLocks noGrp="1"/>
          </p:cNvSpPr>
          <p:nvPr/>
        </p:nvSpPr>
        <p:spPr>
          <a:xfrm>
            <a:off x="82677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4104A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6258A9D-B939-4F72-9E0A-B559085BEF82}"/>
              </a:ext>
            </a:extLst>
          </p:cNvPr>
          <p:cNvSpPr>
            <a:spLocks noGrp="1"/>
          </p:cNvSpPr>
          <p:nvPr/>
        </p:nvSpPr>
        <p:spPr>
          <a:xfrm>
            <a:off x="80010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그룹별 얼굴 Set 집계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85227B9-20F7-4E0C-AFBC-796AEAA3E6A7}"/>
              </a:ext>
            </a:extLst>
          </p:cNvPr>
          <p:cNvSpPr>
            <a:spLocks noGrp="1"/>
          </p:cNvSpPr>
          <p:nvPr/>
        </p:nvSpPr>
        <p:spPr>
          <a:xfrm>
            <a:off x="10020300" y="2552700"/>
            <a:ext cx="819150" cy="819150"/>
          </a:xfrm>
          <a:prstGeom prst="ellipse">
            <a:avLst/>
          </a:prstGeom>
          <a:solidFill>
            <a:srgbClr val="3410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8560C9-503F-4201-AEE2-7CA460353A1C}"/>
              </a:ext>
            </a:extLst>
          </p:cNvPr>
          <p:cNvSpPr>
            <a:spLocks noGrp="1"/>
          </p:cNvSpPr>
          <p:nvPr/>
        </p:nvSpPr>
        <p:spPr>
          <a:xfrm>
            <a:off x="10020300" y="26670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AE3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AE3F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07150D0-4334-43D9-A500-065B4ECC5D01}"/>
              </a:ext>
            </a:extLst>
          </p:cNvPr>
          <p:cNvSpPr>
            <a:spLocks noGrp="1"/>
          </p:cNvSpPr>
          <p:nvPr/>
        </p:nvSpPr>
        <p:spPr>
          <a:xfrm>
            <a:off x="10020300" y="2886075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LOG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9A13B2-E552-49A7-B190-4DEE3C1C378C}"/>
              </a:ext>
            </a:extLst>
          </p:cNvPr>
          <p:cNvSpPr>
            <a:spLocks noGrp="1"/>
          </p:cNvSpPr>
          <p:nvPr/>
        </p:nvSpPr>
        <p:spPr>
          <a:xfrm>
            <a:off x="9753600" y="35623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ActivityLog 반환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6174B1E-6066-41F5-B72A-E9B392B2A1B7}"/>
              </a:ext>
            </a:extLst>
          </p:cNvPr>
          <p:cNvSpPr>
            <a:spLocks noGrp="1"/>
          </p:cNvSpPr>
          <p:nvPr/>
        </p:nvSpPr>
        <p:spPr>
          <a:xfrm>
            <a:off x="1428750" y="4533900"/>
            <a:ext cx="2571750" cy="7620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8948792-74A8-4BF0-A35A-F7418262BEE2}"/>
              </a:ext>
            </a:extLst>
          </p:cNvPr>
          <p:cNvSpPr>
            <a:spLocks noGrp="1"/>
          </p:cNvSpPr>
          <p:nvPr/>
        </p:nvSpPr>
        <p:spPr>
          <a:xfrm>
            <a:off x="1352550" y="44577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5E8BE4-A0A7-4CBE-BE2B-DAC26990919D}"/>
              </a:ext>
            </a:extLst>
          </p:cNvPr>
          <p:cNvSpPr>
            <a:spLocks noGrp="1"/>
          </p:cNvSpPr>
          <p:nvPr/>
        </p:nvSpPr>
        <p:spPr>
          <a:xfrm>
            <a:off x="1562100" y="46482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입력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02F9634-2FB5-44BE-A5C7-90064A448821}"/>
              </a:ext>
            </a:extLst>
          </p:cNvPr>
          <p:cNvSpPr>
            <a:spLocks noGrp="1"/>
          </p:cNvSpPr>
          <p:nvPr/>
        </p:nvSpPr>
        <p:spPr>
          <a:xfrm>
            <a:off x="2171700" y="46291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사진 파일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5742702-19B0-4126-8D52-07FAF1CED569}"/>
              </a:ext>
            </a:extLst>
          </p:cNvPr>
          <p:cNvSpPr>
            <a:spLocks noGrp="1"/>
          </p:cNvSpPr>
          <p:nvPr/>
        </p:nvSpPr>
        <p:spPr>
          <a:xfrm>
            <a:off x="4629150" y="4533900"/>
            <a:ext cx="2571750" cy="7620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3C37221-F269-431D-A7EA-623DB2ECFF49}"/>
              </a:ext>
            </a:extLst>
          </p:cNvPr>
          <p:cNvSpPr>
            <a:spLocks noGrp="1"/>
          </p:cNvSpPr>
          <p:nvPr/>
        </p:nvSpPr>
        <p:spPr>
          <a:xfrm>
            <a:off x="4552950" y="4457700"/>
            <a:ext cx="2571750" cy="7620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D4B0AD-B116-4C5A-97AD-C36F6CECDA09}"/>
              </a:ext>
            </a:extLst>
          </p:cNvPr>
          <p:cNvSpPr>
            <a:spLocks noGrp="1"/>
          </p:cNvSpPr>
          <p:nvPr/>
        </p:nvSpPr>
        <p:spPr>
          <a:xfrm>
            <a:off x="4762500" y="46482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데이터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E57BB05-917F-44E9-83B3-B360A5C71EFF}"/>
              </a:ext>
            </a:extLst>
          </p:cNvPr>
          <p:cNvSpPr>
            <a:spLocks noGrp="1"/>
          </p:cNvSpPr>
          <p:nvPr/>
        </p:nvSpPr>
        <p:spPr>
          <a:xfrm>
            <a:off x="5372100" y="46291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EXIF · 얼굴 벡터 · 위치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9A86D7-911B-499B-BDA6-D1505F0F2903}"/>
              </a:ext>
            </a:extLst>
          </p:cNvPr>
          <p:cNvSpPr>
            <a:spLocks noGrp="1"/>
          </p:cNvSpPr>
          <p:nvPr/>
        </p:nvSpPr>
        <p:spPr>
          <a:xfrm>
            <a:off x="7829550" y="4533900"/>
            <a:ext cx="2571750" cy="7620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3360028-1920-4232-A964-89FCF24C668B}"/>
              </a:ext>
            </a:extLst>
          </p:cNvPr>
          <p:cNvSpPr>
            <a:spLocks noGrp="1"/>
          </p:cNvSpPr>
          <p:nvPr/>
        </p:nvSpPr>
        <p:spPr>
          <a:xfrm>
            <a:off x="7753350" y="44577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5DA285E-0DD5-4292-84E2-A31F0FAE0151}"/>
              </a:ext>
            </a:extLst>
          </p:cNvPr>
          <p:cNvSpPr>
            <a:spLocks noGrp="1"/>
          </p:cNvSpPr>
          <p:nvPr/>
        </p:nvSpPr>
        <p:spPr>
          <a:xfrm>
            <a:off x="7962900" y="46482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결과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E0A422B-3D07-43F0-A6C5-7F710C4A75D3}"/>
              </a:ext>
            </a:extLst>
          </p:cNvPr>
          <p:cNvSpPr>
            <a:spLocks noGrp="1"/>
          </p:cNvSpPr>
          <p:nvPr/>
        </p:nvSpPr>
        <p:spPr>
          <a:xfrm>
            <a:off x="8572500" y="46291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언제 / 어디서 / 누구와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BA92B4-F447-4BE3-B05F-7E50AF8834DB}"/>
              </a:ext>
            </a:extLst>
          </p:cNvPr>
          <p:cNvSpPr>
            <a:spLocks noGrp="1"/>
          </p:cNvSpPr>
          <p:nvPr/>
        </p:nvSpPr>
        <p:spPr>
          <a:xfrm>
            <a:off x="8324850" y="1485900"/>
            <a:ext cx="2171700" cy="59055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384D58E-83EC-48B5-90C9-365E7AC6FC2E}"/>
              </a:ext>
            </a:extLst>
          </p:cNvPr>
          <p:cNvSpPr>
            <a:spLocks noGrp="1"/>
          </p:cNvSpPr>
          <p:nvPr/>
        </p:nvSpPr>
        <p:spPr>
          <a:xfrm>
            <a:off x="8496300" y="1619250"/>
            <a:ext cx="1828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사용자가 한 일은</a:t>
            </a:r>
          </a:p>
          <a:p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사진 업로드 하나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892B83-D9E5-47AD-BB8F-A8553AB9D9E4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FAF5B25-4160-4EEE-A006-CA5D8DCF82D9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A2D8A53-018A-4A8D-BFD4-44A0299DA255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72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A4320666-AC60-4B03-8ACB-6A63C2E71C6C}"/>
              </a:ext>
            </a:extLst>
          </p:cNvPr>
          <p:cNvSpPr>
            <a:spLocks noGrp="1"/>
          </p:cNvSpPr>
          <p:nvPr/>
        </p:nvSpPr>
        <p:spPr>
          <a:xfrm>
            <a:off x="171450" y="40005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D145A6-45C2-4697-AAA5-DF3A62AC43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D39878-D620-4B02-A445-9FB17188581D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B0F4C6-25A0-4EBF-B559-8F28AE70FBBC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ED7028-A91D-402A-A672-35E950210B46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E06A95-1892-411F-9F7B-662A01594361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4D505C-551D-405A-AA52-45FE4EF9A762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66100F-B9E1-4B0C-9376-362962E06FA0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9063-8466-401E-84D7-F2A0BCAF1D89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BE77CE-0427-4139-A92F-63A8659E76CB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90EAFD-5C23-4DB2-BE81-322D65B3D4B2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248C7E-68C7-4AED-BB50-EF2A554127A3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7B2A13-D29C-4A4B-A08C-DA4B4695E338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C42A5B-C17A-438C-BFB4-6273A7413A8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8F83C5-6F2E-4844-8D23-B8EFD746A746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C18682-A750-4300-9222-1EC56F357422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16F9E4-7A48-45E2-9556-B8B29F62483F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6AEF1B-65DE-414F-A9A8-33C7B9EF5B96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2DCB0D-37AC-4C9C-B564-69B8B6A98F92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C1FA91-6C1D-41D5-BE1B-260ED422CECF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889766C-2D30-47E6-8C25-2B991E9A90BD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145FE4-604B-4C56-89F3-B67DAD3F4A91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A51B2C-4D6F-498C-B597-561968660EB3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DESIGN DECISIONS ①②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B267A1-8863-4749-B411-1056A194DEED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자동화의 기준을 시스템 안에 고정했습니다.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E934BF-A95D-48C8-9150-BDF98A936DDA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B4F6D39-D999-4845-9958-E7A57D40C626}"/>
              </a:ext>
            </a:extLst>
          </p:cNvPr>
          <p:cNvSpPr>
            <a:spLocks noGrp="1"/>
          </p:cNvSpPr>
          <p:nvPr/>
        </p:nvSpPr>
        <p:spPr>
          <a:xfrm>
            <a:off x="1009650" y="1581150"/>
            <a:ext cx="101727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4BE3424-A79A-461D-BBE8-28240C0F0B63}"/>
              </a:ext>
            </a:extLst>
          </p:cNvPr>
          <p:cNvSpPr>
            <a:spLocks noGrp="1"/>
          </p:cNvSpPr>
          <p:nvPr/>
        </p:nvSpPr>
        <p:spPr>
          <a:xfrm>
            <a:off x="1009650" y="1581150"/>
            <a:ext cx="1047750" cy="16764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20D093-64EA-48CA-907C-3F9BF32475D5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9DE7A8-0C7E-4BF3-B545-1B63097C1C85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거리</a:t>
            </a:r>
            <a:r>
              <a:rPr sz="180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80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활동</a:t>
            </a:r>
            <a:r>
              <a:rPr sz="180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그룹화</a:t>
            </a:r>
            <a:endParaRPr sz="1800" b="1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C88ADE2-BAA5-4839-8D33-6473F417A6CC}"/>
              </a:ext>
            </a:extLst>
          </p:cNvPr>
          <p:cNvSpPr>
            <a:spLocks noGrp="1"/>
          </p:cNvSpPr>
          <p:nvPr/>
        </p:nvSpPr>
        <p:spPr>
          <a:xfrm>
            <a:off x="23431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기획 의도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372C3A-ADF4-424C-8D8B-FE1565BC1F10}"/>
              </a:ext>
            </a:extLst>
          </p:cNvPr>
          <p:cNvSpPr>
            <a:spLocks noGrp="1"/>
          </p:cNvSpPr>
          <p:nvPr/>
        </p:nvSpPr>
        <p:spPr>
          <a:xfrm>
            <a:off x="23431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사진 묶음을 사용자가 직접 만들지 않게 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668D3C-4CAA-42B9-ABEC-79B05A7C9A9D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구현 방식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F48289-AFA0-4192-A4F6-DD94B0374B87}"/>
              </a:ext>
            </a:extLst>
          </p:cNvPr>
          <p:cNvSpPr>
            <a:spLocks noGrp="1"/>
          </p:cNvSpPr>
          <p:nvPr/>
        </p:nvSpPr>
        <p:spPr>
          <a:xfrm>
            <a:off x="51625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013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  <a:r>
              <a:rPr sz="1013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+ Haversine </a:t>
            </a:r>
            <a:r>
              <a:rPr sz="1013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r>
              <a:rPr sz="1013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200m </a:t>
            </a:r>
            <a:r>
              <a:rPr sz="1013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이내</a:t>
            </a:r>
            <a:r>
              <a:rPr sz="1013" b="0" dirty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  <a:endParaRPr sz="1013" b="0" dirty="0">
              <a:solidFill>
                <a:srgbClr val="6964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AE60960-EE33-44AF-9497-20C313B8000A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효과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823C729-A781-43C6-8F7B-E0AA7FFCA91F}"/>
              </a:ext>
            </a:extLst>
          </p:cNvPr>
          <p:cNvSpPr>
            <a:spLocks noGrp="1"/>
          </p:cNvSpPr>
          <p:nvPr/>
        </p:nvSpPr>
        <p:spPr>
          <a:xfrm>
            <a:off x="79819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흩어진 사진을 의미 있는 활동 단위로 변환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7EE3692-53DA-4094-8BBB-BF550BAC5B31}"/>
              </a:ext>
            </a:extLst>
          </p:cNvPr>
          <p:cNvSpPr>
            <a:spLocks noGrp="1"/>
          </p:cNvSpPr>
          <p:nvPr/>
        </p:nvSpPr>
        <p:spPr>
          <a:xfrm>
            <a:off x="1009650" y="3810000"/>
            <a:ext cx="101727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547766-79AC-4C4A-B54F-EDC66F39D731}"/>
              </a:ext>
            </a:extLst>
          </p:cNvPr>
          <p:cNvSpPr>
            <a:spLocks noGrp="1"/>
          </p:cNvSpPr>
          <p:nvPr/>
        </p:nvSpPr>
        <p:spPr>
          <a:xfrm>
            <a:off x="1009650" y="3810000"/>
            <a:ext cx="1047750" cy="16764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2F83CB3-EF22-4C6C-8F4D-44879A035B24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15EDA7F-190A-4F44-A350-7E2493FB61D7}"/>
              </a:ext>
            </a:extLst>
          </p:cNvPr>
          <p:cNvSpPr>
            <a:spLocks noGrp="1"/>
          </p:cNvSpPr>
          <p:nvPr/>
        </p:nvSpPr>
        <p:spPr>
          <a:xfrm>
            <a:off x="2343150" y="40767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  <a:r>
              <a:rPr sz="180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  <a:r>
              <a:rPr sz="1800" b="1" dirty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우선순위</a:t>
            </a:r>
            <a:endParaRPr sz="1800" b="1" dirty="0">
              <a:solidFill>
                <a:srgbClr val="18142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BFFD200-6653-4077-A30F-73930486B086}"/>
              </a:ext>
            </a:extLst>
          </p:cNvPr>
          <p:cNvSpPr>
            <a:spLocks noGrp="1"/>
          </p:cNvSpPr>
          <p:nvPr/>
        </p:nvSpPr>
        <p:spPr>
          <a:xfrm>
            <a:off x="23431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기획 의도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26B06E-E896-49B5-9925-C97C01127043}"/>
              </a:ext>
            </a:extLst>
          </p:cNvPr>
          <p:cNvSpPr>
            <a:spLocks noGrp="1"/>
          </p:cNvSpPr>
          <p:nvPr/>
        </p:nvSpPr>
        <p:spPr>
          <a:xfrm>
            <a:off x="23431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기록과 기존 일정의 연결 강도를 구분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8C99230-9156-4779-B87C-0FC647561882}"/>
              </a:ext>
            </a:extLst>
          </p:cNvPr>
          <p:cNvSpPr>
            <a:spLocks noGrp="1"/>
          </p:cNvSpPr>
          <p:nvPr/>
        </p:nvSpPr>
        <p:spPr>
          <a:xfrm>
            <a:off x="51625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구현 방식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AC035A6-745F-4C39-AD65-855BB0ECE28E}"/>
              </a:ext>
            </a:extLst>
          </p:cNvPr>
          <p:cNvSpPr>
            <a:spLocks noGrp="1"/>
          </p:cNvSpPr>
          <p:nvPr/>
        </p:nvSpPr>
        <p:spPr>
          <a:xfrm>
            <a:off x="51625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exact → date_only → none 순으로 상태 부여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8D86371-6FAA-43CF-AB38-71AEB34A0B9C}"/>
              </a:ext>
            </a:extLst>
          </p:cNvPr>
          <p:cNvSpPr>
            <a:spLocks noGrp="1"/>
          </p:cNvSpPr>
          <p:nvPr/>
        </p:nvSpPr>
        <p:spPr>
          <a:xfrm>
            <a:off x="79819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효과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7007DAB-5CE5-4702-9BA7-11BD6F2E046A}"/>
              </a:ext>
            </a:extLst>
          </p:cNvPr>
          <p:cNvSpPr>
            <a:spLocks noGrp="1"/>
          </p:cNvSpPr>
          <p:nvPr/>
        </p:nvSpPr>
        <p:spPr>
          <a:xfrm>
            <a:off x="79819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자동 기록의 신뢰도를 투명하게 전달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823F770-A408-4EF5-A42F-6442FDD8CC5B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712C683-5CAF-424F-BBC5-1C05102C5BE7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D8F1463-307D-434F-84E9-C958FA2F7756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168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9B519BD5-4B2E-432C-AD0B-2274452696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A8C83A-2B1E-4CFE-816E-0CE6CEF18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0722DD-B037-4238-8DDA-CCB853948356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3EAAA-5A5C-4A64-825C-FD25604574B5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CA8050-325F-4A08-9701-26D1054B2345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9CB5F7-A4CE-45C0-A888-346F7560DA36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0D1770-B739-408D-A145-321E9D0AA16B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5F689D-D3F3-4143-BCE6-369A1B195EC2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D92828-92D8-45BF-8503-22F7809BB7A7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F3381E-3404-4AD2-94AC-2CD465C419BD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450DA6-2EEF-40B4-B2A1-DF1242BD732E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8D6EC4-376C-4D91-8F06-3B27B122B16D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87DDB2-85B6-4E2E-8FAB-AED8AE9020E6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F61CF9-646E-44D7-9D64-A56D0E87B8E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BFB476-0581-4B27-9C5B-809051B01CDA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8EC366-1ED6-4499-8A28-931B8586D7DB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FFB2ED-69AC-4504-BF60-682C7D7177F5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A2E24F-BABC-4588-B71D-E6527AD96CF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13DB8F-03BA-4405-A056-8860B548DFC4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549D87-05DE-48CB-9206-BF030760ECC8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99F1F4-5319-40AE-A830-9E39C40DD56D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05656D-3CA5-4BA6-B904-A20BADAD3F38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EE8955-1DF7-45F7-9432-39DB60307CC0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DESIGN DECISIONS ③④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4CECB5-98C9-412E-9F0C-2FC1883AFB9F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기록의 신뢰성과 데이터 일관성을 별도 설계로 보강했습니다.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42DD45-7EB9-4D4E-AD64-02EB59DFCBEE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5D96F8-AE3B-4378-B4B6-62AB19B83888}"/>
              </a:ext>
            </a:extLst>
          </p:cNvPr>
          <p:cNvSpPr>
            <a:spLocks noGrp="1"/>
          </p:cNvSpPr>
          <p:nvPr/>
        </p:nvSpPr>
        <p:spPr>
          <a:xfrm>
            <a:off x="1009650" y="1581150"/>
            <a:ext cx="101727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4CD1D7-BB04-4177-84BB-9AB69F95DC36}"/>
              </a:ext>
            </a:extLst>
          </p:cNvPr>
          <p:cNvSpPr>
            <a:spLocks noGrp="1"/>
          </p:cNvSpPr>
          <p:nvPr/>
        </p:nvSpPr>
        <p:spPr>
          <a:xfrm>
            <a:off x="1009650" y="1581150"/>
            <a:ext cx="1047750" cy="16764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017ED96-A842-439A-8DA9-89EA87E441AF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90D2433-7042-4050-930D-6C04D2E417E6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단방향 상태 전이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A8357C-9B6A-4129-9D05-9DED291620AE}"/>
              </a:ext>
            </a:extLst>
          </p:cNvPr>
          <p:cNvSpPr>
            <a:spLocks noGrp="1"/>
          </p:cNvSpPr>
          <p:nvPr/>
        </p:nvSpPr>
        <p:spPr>
          <a:xfrm>
            <a:off x="23431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기획 의도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12D6669-7DC8-4CC0-9620-8C9EFA39F587}"/>
              </a:ext>
            </a:extLst>
          </p:cNvPr>
          <p:cNvSpPr>
            <a:spLocks noGrp="1"/>
          </p:cNvSpPr>
          <p:nvPr/>
        </p:nvSpPr>
        <p:spPr>
          <a:xfrm>
            <a:off x="23431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완료된 기록의 임의 되돌림을 방지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5AACCD-045E-4CA6-8DCD-B77812797A03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구현 방식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FEE8AC-B8F6-4AFA-9B57-E92C64D25AAF}"/>
              </a:ext>
            </a:extLst>
          </p:cNvPr>
          <p:cNvSpPr>
            <a:spLocks noGrp="1"/>
          </p:cNvSpPr>
          <p:nvPr/>
        </p:nvSpPr>
        <p:spPr>
          <a:xfrm>
            <a:off x="51625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Schedule 상태를 Planned → Completed로만 전이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C895D9-0278-46CD-A476-00B65C04C16F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효과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A14B22-85ED-422F-A2B6-BC9652DFBBAE}"/>
              </a:ext>
            </a:extLst>
          </p:cNvPr>
          <p:cNvSpPr>
            <a:spLocks noGrp="1"/>
          </p:cNvSpPr>
          <p:nvPr/>
        </p:nvSpPr>
        <p:spPr>
          <a:xfrm>
            <a:off x="7981950" y="2590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과거 기록의 재확정과 임의 수정 가능성 축소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F66FCE-AD64-4FDB-A0CE-948F68B8278D}"/>
              </a:ext>
            </a:extLst>
          </p:cNvPr>
          <p:cNvSpPr>
            <a:spLocks noGrp="1"/>
          </p:cNvSpPr>
          <p:nvPr/>
        </p:nvSpPr>
        <p:spPr>
          <a:xfrm>
            <a:off x="1009650" y="3810000"/>
            <a:ext cx="101727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4D13D90-7F62-4522-8D92-829C876BD5C4}"/>
              </a:ext>
            </a:extLst>
          </p:cNvPr>
          <p:cNvSpPr>
            <a:spLocks noGrp="1"/>
          </p:cNvSpPr>
          <p:nvPr/>
        </p:nvSpPr>
        <p:spPr>
          <a:xfrm>
            <a:off x="1009650" y="3810000"/>
            <a:ext cx="1047750" cy="16764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6C9B06-0B0E-49E7-BCF0-2C23FACE6CB7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5E6F15-B122-4496-BCBA-8CC4FE5518D8}"/>
              </a:ext>
            </a:extLst>
          </p:cNvPr>
          <p:cNvSpPr>
            <a:spLocks noGrp="1"/>
          </p:cNvSpPr>
          <p:nvPr/>
        </p:nvSpPr>
        <p:spPr>
          <a:xfrm>
            <a:off x="2343150" y="40767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중복 없는 인물 집계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C4A9CF-AB7E-4E17-A954-B819FBA2CCE6}"/>
              </a:ext>
            </a:extLst>
          </p:cNvPr>
          <p:cNvSpPr>
            <a:spLocks noGrp="1"/>
          </p:cNvSpPr>
          <p:nvPr/>
        </p:nvSpPr>
        <p:spPr>
          <a:xfrm>
            <a:off x="23431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기획 의도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68AEF2-A709-45A1-8B22-C86D427BB77E}"/>
              </a:ext>
            </a:extLst>
          </p:cNvPr>
          <p:cNvSpPr>
            <a:spLocks noGrp="1"/>
          </p:cNvSpPr>
          <p:nvPr/>
        </p:nvSpPr>
        <p:spPr>
          <a:xfrm>
            <a:off x="23431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동일 인물의 중복 등장을 한 명으로 계산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D4F9750-74B9-4623-BEC5-111990D98254}"/>
              </a:ext>
            </a:extLst>
          </p:cNvPr>
          <p:cNvSpPr>
            <a:spLocks noGrp="1"/>
          </p:cNvSpPr>
          <p:nvPr/>
        </p:nvSpPr>
        <p:spPr>
          <a:xfrm>
            <a:off x="51625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구현 방식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D633E8B-672C-42EB-89C6-2ABC1460AEA4}"/>
              </a:ext>
            </a:extLst>
          </p:cNvPr>
          <p:cNvSpPr>
            <a:spLocks noGrp="1"/>
          </p:cNvSpPr>
          <p:nvPr/>
        </p:nvSpPr>
        <p:spPr>
          <a:xfrm>
            <a:off x="51625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그룹별 얼굴 결과를 Set 연산으로 집계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687EC5A-AAE8-428E-9C29-AB4C95E919B3}"/>
              </a:ext>
            </a:extLst>
          </p:cNvPr>
          <p:cNvSpPr>
            <a:spLocks noGrp="1"/>
          </p:cNvSpPr>
          <p:nvPr/>
        </p:nvSpPr>
        <p:spPr>
          <a:xfrm>
            <a:off x="7981950" y="4591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효과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82702D-8F37-4F72-99EF-454D161641EF}"/>
              </a:ext>
            </a:extLst>
          </p:cNvPr>
          <p:cNvSpPr>
            <a:spLocks noGrp="1"/>
          </p:cNvSpPr>
          <p:nvPr/>
        </p:nvSpPr>
        <p:spPr>
          <a:xfrm>
            <a:off x="7981950" y="481965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People 통계와 관계 밀도의 과대 집계 방지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BF28952-F1AF-4340-A5C8-01E39607E689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9FD7D8D-B04B-44C5-84AF-DFFBCF8AC899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4DF5DF3-0E70-4541-BC36-91EDC64F3F32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040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F3082CDC-D95E-494D-AC14-D2C3307F3C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E86E08-CF2E-4E63-9E2A-9F2674938A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F5FEE7-4E79-4B13-ACEC-5FF4D3E6597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5390ED-8EE7-49A3-9F48-1135ADF80C91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EFDB0C-E422-4C65-A242-0671973BF572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2B069B-31D5-4954-AE54-58511AF92370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FB5807-9A63-4801-9849-F980AF0C4292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B9A333-D5E1-4564-A405-6913ECFD2C2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E7043A-1AF9-4613-9EA8-BB53CD15FAB2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E2E5AD-8F36-4BCD-97BA-DA675FF3EC21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3D2ED4-89AA-4867-B769-7DE55180402B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33F0C6-D3AA-452C-B1D1-99E4CC425023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E9D161-FEFF-40B2-AD11-ED701581A7D1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BA588-1611-4343-BEB9-0C3262B06B07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919597-B9CA-469B-944A-05DCD11F6AA2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A030A6-2C92-47E9-8F42-DAC15B8596C0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97F8EE-1E66-4725-8A27-1F7DDC7B3B17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C398F5-C72D-4D81-BC85-05B06B10CE6E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8E87F8-5B79-471C-85A4-8124B3246577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CFB8D1-D478-44D1-A359-7534261C11BB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DED7E9-E20F-4DB6-B016-9A03149DB141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14200A-4FAF-47FE-A21F-8DF483AE34A1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11B1DE-02EA-4228-86B5-B06A37F83E2F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IMPLEMENTATION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6D9FE1-E8AB-4890-92D0-3D62D58D178B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배포 환경과 5개 도메인 기능을 구현했습니다.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1AA30F-FBED-42DA-A0C2-D5F9F3352077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66A1AE-2B50-4712-BB7D-758209934DE4}"/>
              </a:ext>
            </a:extLst>
          </p:cNvPr>
          <p:cNvSpPr>
            <a:spLocks noGrp="1"/>
          </p:cNvSpPr>
          <p:nvPr/>
        </p:nvSpPr>
        <p:spPr>
          <a:xfrm>
            <a:off x="1104900" y="1581150"/>
            <a:ext cx="2857500" cy="7239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A102393-07C1-4DE1-BABB-3439B0329E51}"/>
              </a:ext>
            </a:extLst>
          </p:cNvPr>
          <p:cNvSpPr>
            <a:spLocks noGrp="1"/>
          </p:cNvSpPr>
          <p:nvPr/>
        </p:nvSpPr>
        <p:spPr>
          <a:xfrm>
            <a:off x="1028700" y="1504950"/>
            <a:ext cx="2857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891C26-8915-478B-AB73-F8993A28AB03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BA81A67-E223-4C8B-840E-0D73C86A7FDF}"/>
              </a:ext>
            </a:extLst>
          </p:cNvPr>
          <p:cNvSpPr>
            <a:spLocks noGrp="1"/>
          </p:cNvSpPr>
          <p:nvPr/>
        </p:nvSpPr>
        <p:spPr>
          <a:xfrm>
            <a:off x="1028700" y="19621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Frontend · React/Vite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99FCCC-C7D9-4772-A51A-A95A74393081}"/>
              </a:ext>
            </a:extLst>
          </p:cNvPr>
          <p:cNvSpPr>
            <a:spLocks noGrp="1"/>
          </p:cNvSpPr>
          <p:nvPr/>
        </p:nvSpPr>
        <p:spPr>
          <a:xfrm>
            <a:off x="4533900" y="1581150"/>
            <a:ext cx="2857500" cy="7239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FCA3C1D-1582-42EC-AB82-B6749B58E5AA}"/>
              </a:ext>
            </a:extLst>
          </p:cNvPr>
          <p:cNvSpPr>
            <a:spLocks noGrp="1"/>
          </p:cNvSpPr>
          <p:nvPr/>
        </p:nvSpPr>
        <p:spPr>
          <a:xfrm>
            <a:off x="4457700" y="1504950"/>
            <a:ext cx="2857500" cy="7239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1064E1-F908-4822-810B-464E7D3D0BBC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Railway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A6A96C-E0B2-4EA4-BBE5-DB06A243C5BC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Backend · FastAPI/PostgreSQL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3CD7EFF-E37D-4C2B-B7B4-EEA590A8DFA3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2857500" cy="7239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DC300A5-4BF5-463A-9DE9-6F5C1CC27209}"/>
              </a:ext>
            </a:extLst>
          </p:cNvPr>
          <p:cNvSpPr>
            <a:spLocks noGrp="1"/>
          </p:cNvSpPr>
          <p:nvPr/>
        </p:nvSpPr>
        <p:spPr>
          <a:xfrm>
            <a:off x="7886700" y="1504950"/>
            <a:ext cx="2857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F03217C-18E8-42FF-94CA-385D78F0282C}"/>
              </a:ext>
            </a:extLst>
          </p:cNvPr>
          <p:cNvSpPr>
            <a:spLocks noGrp="1"/>
          </p:cNvSpPr>
          <p:nvPr/>
        </p:nvSpPr>
        <p:spPr>
          <a:xfrm>
            <a:off x="7886700" y="1676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HuggingFace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CC42CF-523D-4197-B605-4162FE7EB13B}"/>
              </a:ext>
            </a:extLst>
          </p:cNvPr>
          <p:cNvSpPr>
            <a:spLocks noGrp="1"/>
          </p:cNvSpPr>
          <p:nvPr/>
        </p:nvSpPr>
        <p:spPr>
          <a:xfrm>
            <a:off x="7886700" y="19621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AI Server · DeepFace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280DC25-5F83-4EC2-B5E9-5DA885EA104D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1790700" cy="19240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E37119C-AFDB-43AF-967B-C616AA0B2978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790700" cy="192405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736BA0-0B96-4F39-97C4-1DAA4B1CE469}"/>
              </a:ext>
            </a:extLst>
          </p:cNvPr>
          <p:cNvSpPr>
            <a:spLocks noGrp="1"/>
          </p:cNvSpPr>
          <p:nvPr/>
        </p:nvSpPr>
        <p:spPr>
          <a:xfrm>
            <a:off x="1066800" y="33909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59130E-C685-473A-97CE-9B8FF0013F3F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1028700" cy="9525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F65F70-B85F-49D1-BC63-EF92E64B85C6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409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회원가입·로그인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JWT 인증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프로필 임베딩 등록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74148B-21A2-4D4C-B0EE-AE7770A4DCEE}"/>
              </a:ext>
            </a:extLst>
          </p:cNvPr>
          <p:cNvSpPr>
            <a:spLocks noGrp="1"/>
          </p:cNvSpPr>
          <p:nvPr/>
        </p:nvSpPr>
        <p:spPr>
          <a:xfrm>
            <a:off x="3067050" y="3181350"/>
            <a:ext cx="1790700" cy="19240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E8B9AD3-45ED-46A8-A080-176DFDF1C801}"/>
              </a:ext>
            </a:extLst>
          </p:cNvPr>
          <p:cNvSpPr>
            <a:spLocks noGrp="1"/>
          </p:cNvSpPr>
          <p:nvPr/>
        </p:nvSpPr>
        <p:spPr>
          <a:xfrm>
            <a:off x="2990850" y="3105150"/>
            <a:ext cx="179070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8A5E17-3797-4595-9BA6-45F1F429939F}"/>
              </a:ext>
            </a:extLst>
          </p:cNvPr>
          <p:cNvSpPr>
            <a:spLocks noGrp="1"/>
          </p:cNvSpPr>
          <p:nvPr/>
        </p:nvSpPr>
        <p:spPr>
          <a:xfrm>
            <a:off x="3181350" y="33909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F4635E-D62E-49F6-A0A2-823BEBBB3602}"/>
              </a:ext>
            </a:extLst>
          </p:cNvPr>
          <p:cNvSpPr>
            <a:spLocks noGrp="1"/>
          </p:cNvSpPr>
          <p:nvPr/>
        </p:nvSpPr>
        <p:spPr>
          <a:xfrm>
            <a:off x="3371850" y="3771900"/>
            <a:ext cx="1028700" cy="9525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5258AEC-1223-4FA4-AB13-1114907E8313}"/>
              </a:ext>
            </a:extLst>
          </p:cNvPr>
          <p:cNvSpPr>
            <a:spLocks noGrp="1"/>
          </p:cNvSpPr>
          <p:nvPr/>
        </p:nvSpPr>
        <p:spPr>
          <a:xfrm>
            <a:off x="3181350" y="4038600"/>
            <a:ext cx="1409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인물 등록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얼굴 분류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관계 상태 분류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DA6E842-FD2D-4FA6-BD00-89404D73604B}"/>
              </a:ext>
            </a:extLst>
          </p:cNvPr>
          <p:cNvSpPr>
            <a:spLocks noGrp="1"/>
          </p:cNvSpPr>
          <p:nvPr/>
        </p:nvSpPr>
        <p:spPr>
          <a:xfrm>
            <a:off x="5181600" y="3181350"/>
            <a:ext cx="1790700" cy="19240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FB1F3EE-7ADF-45A2-8312-AED98BF9F8CC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790700" cy="192405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2F74C4-91D5-49A6-81F3-E4D044736047}"/>
              </a:ext>
            </a:extLst>
          </p:cNvPr>
          <p:cNvSpPr>
            <a:spLocks noGrp="1"/>
          </p:cNvSpPr>
          <p:nvPr/>
        </p:nvSpPr>
        <p:spPr>
          <a:xfrm>
            <a:off x="5295900" y="33909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PLACE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E125E6C-544C-406D-8A72-7C7984439544}"/>
              </a:ext>
            </a:extLst>
          </p:cNvPr>
          <p:cNvSpPr>
            <a:spLocks noGrp="1"/>
          </p:cNvSpPr>
          <p:nvPr/>
        </p:nvSpPr>
        <p:spPr>
          <a:xfrm>
            <a:off x="5486400" y="3771900"/>
            <a:ext cx="1028700" cy="9525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B390EEF-83B1-40E9-B1A1-F61DC30B36FA}"/>
              </a:ext>
            </a:extLst>
          </p:cNvPr>
          <p:cNvSpPr>
            <a:spLocks noGrp="1"/>
          </p:cNvSpPr>
          <p:nvPr/>
        </p:nvSpPr>
        <p:spPr>
          <a:xfrm>
            <a:off x="5295900" y="4038600"/>
            <a:ext cx="1409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장소 검색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방문 횟수 시각화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거리 계산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11A3084-CE3D-4254-89D0-960604A240A6}"/>
              </a:ext>
            </a:extLst>
          </p:cNvPr>
          <p:cNvSpPr>
            <a:spLocks noGrp="1"/>
          </p:cNvSpPr>
          <p:nvPr/>
        </p:nvSpPr>
        <p:spPr>
          <a:xfrm>
            <a:off x="7296150" y="3181350"/>
            <a:ext cx="1790700" cy="19240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4EFDEB7-E736-45FB-9D45-DEF4AFB99279}"/>
              </a:ext>
            </a:extLst>
          </p:cNvPr>
          <p:cNvSpPr>
            <a:spLocks noGrp="1"/>
          </p:cNvSpPr>
          <p:nvPr/>
        </p:nvSpPr>
        <p:spPr>
          <a:xfrm>
            <a:off x="7219950" y="3105150"/>
            <a:ext cx="179070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C280D51-1B38-4CA5-B228-DE5094FE0B00}"/>
              </a:ext>
            </a:extLst>
          </p:cNvPr>
          <p:cNvSpPr>
            <a:spLocks noGrp="1"/>
          </p:cNvSpPr>
          <p:nvPr/>
        </p:nvSpPr>
        <p:spPr>
          <a:xfrm>
            <a:off x="7410450" y="33909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027058-8BCC-4765-996B-8E96791C23F1}"/>
              </a:ext>
            </a:extLst>
          </p:cNvPr>
          <p:cNvSpPr>
            <a:spLocks noGrp="1"/>
          </p:cNvSpPr>
          <p:nvPr/>
        </p:nvSpPr>
        <p:spPr>
          <a:xfrm>
            <a:off x="7600950" y="3771900"/>
            <a:ext cx="1028700" cy="9525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795B4FC-5EAB-4AB9-9691-1FB09ED21986}"/>
              </a:ext>
            </a:extLst>
          </p:cNvPr>
          <p:cNvSpPr>
            <a:spLocks noGrp="1"/>
          </p:cNvSpPr>
          <p:nvPr/>
        </p:nvSpPr>
        <p:spPr>
          <a:xfrm>
            <a:off x="7410450" y="4038600"/>
            <a:ext cx="1409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일정 관리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Planned → Completed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상태 전이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23A653F-36DA-4B85-A88C-EF302313D345}"/>
              </a:ext>
            </a:extLst>
          </p:cNvPr>
          <p:cNvSpPr>
            <a:spLocks noGrp="1"/>
          </p:cNvSpPr>
          <p:nvPr/>
        </p:nvSpPr>
        <p:spPr>
          <a:xfrm>
            <a:off x="9410700" y="3181350"/>
            <a:ext cx="1790700" cy="19240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E70AD52-D14C-4F9C-85E4-3BBAECC9A1EA}"/>
              </a:ext>
            </a:extLst>
          </p:cNvPr>
          <p:cNvSpPr>
            <a:spLocks noGrp="1"/>
          </p:cNvSpPr>
          <p:nvPr/>
        </p:nvSpPr>
        <p:spPr>
          <a:xfrm>
            <a:off x="9334500" y="3105150"/>
            <a:ext cx="1790700" cy="192405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A7B7D0-BF88-453F-BB57-978AD26CAE07}"/>
              </a:ext>
            </a:extLst>
          </p:cNvPr>
          <p:cNvSpPr>
            <a:spLocks noGrp="1"/>
          </p:cNvSpPr>
          <p:nvPr/>
        </p:nvSpPr>
        <p:spPr>
          <a:xfrm>
            <a:off x="9525000" y="33909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ACTIVITY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717D034-5C8C-4E4B-8F86-7258B6652495}"/>
              </a:ext>
            </a:extLst>
          </p:cNvPr>
          <p:cNvSpPr>
            <a:spLocks noGrp="1"/>
          </p:cNvSpPr>
          <p:nvPr/>
        </p:nvSpPr>
        <p:spPr>
          <a:xfrm>
            <a:off x="9715500" y="3771900"/>
            <a:ext cx="1028700" cy="9525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B1F6D88-E6B6-474E-95B8-6CF39826DEFB}"/>
              </a:ext>
            </a:extLst>
          </p:cNvPr>
          <p:cNvSpPr>
            <a:spLocks noGrp="1"/>
          </p:cNvSpPr>
          <p:nvPr/>
        </p:nvSpPr>
        <p:spPr>
          <a:xfrm>
            <a:off x="9525000" y="4038600"/>
            <a:ext cx="1409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EXIF 추출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그룹화·매칭</a:t>
            </a:r>
          </a:p>
          <a:p>
            <a:pPr algn="ctr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ActivityLog 생성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81CCA4F-E38A-4B3E-B569-5907AB24620C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C5E35F3-886C-4C80-9833-0DEEF21F472D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C63D968-69EB-41A0-A218-2E5987484236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973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7BBEE7-F9B8-4566-BC7E-2481FAD452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92F66C-DC45-43F7-86A2-739E2F919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963F8C-8D5E-4620-9E63-BF836B68F20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70AFB3-DA1E-4538-AA4D-7C82E20D9AC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956B35-7702-46E6-95FE-C24261388C6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5CB586-7E2B-4C71-A477-3EE045650273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462D2-1376-4FCE-AF1C-9888B54A19F7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8F10B5-E693-4722-AE25-5E1F54E8A1B8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3EE250-6917-4B4C-9DBE-ECEAE66B3A8E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647840-E673-4CBA-ADF5-6E3AA74726D7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DFDBDA-8C2A-4C29-B784-FE3AF941E1CF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FEBE04-C979-4F7A-B7AC-A49DB6FEE5ED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E6FE56-ACF2-4E76-88E6-12B98CB372FB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F5EC1B-798F-4CD2-9081-7C44DEC82FF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7B4BA8-51C4-40E5-9339-CFF5355E95DB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E862F9-AFA1-4DA3-8846-4329FCE77A63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9E8D1D-F16F-4120-A324-4C08EE7EAC3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E86EB0-0AB2-4F83-B54A-DE3F1C456E4F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5D0C4F-B9BE-4FBA-893D-A0D8C6EB06AE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D6F4E3-90CD-4452-BFB0-C370BBCB12C3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EF7E0F-BA08-4C6E-8B0C-BCCA42D61FEA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E00AD6-D093-47B3-9FFE-1270CA8EBE20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VISUALIZE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566750A-36D8-4829-B247-5F593187F3A3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SELF-FOCUS VISUALIZATION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9E5332-96DE-46F4-86DA-67983D80B357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People 시각화는 관계 밀도를 자아 집중 지도로 보여줍니다.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0B0B27-E74A-48A0-B48F-0554DE5B9952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82BFFD-A3D6-4D3A-B770-47A408FAB68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4343400" cy="36576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A30942-8F11-422E-ADDB-7D7A81A50008}"/>
              </a:ext>
            </a:extLst>
          </p:cNvPr>
          <p:cNvSpPr>
            <a:spLocks noGrp="1"/>
          </p:cNvSpPr>
          <p:nvPr/>
        </p:nvSpPr>
        <p:spPr>
          <a:xfrm>
            <a:off x="990600" y="1619250"/>
            <a:ext cx="4343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A9C812-34E1-4A00-A011-5BDFA5B404F7}"/>
              </a:ext>
            </a:extLst>
          </p:cNvPr>
          <p:cNvSpPr>
            <a:spLocks noGrp="1"/>
          </p:cNvSpPr>
          <p:nvPr/>
        </p:nvSpPr>
        <p:spPr>
          <a:xfrm>
            <a:off x="1295400" y="19431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관계 상태 분류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4B1B68A-42CD-4DFA-BE62-9DFA8D073A01}"/>
              </a:ext>
            </a:extLst>
          </p:cNvPr>
          <p:cNvSpPr>
            <a:spLocks noGrp="1"/>
          </p:cNvSpPr>
          <p:nvPr/>
        </p:nvSpPr>
        <p:spPr>
          <a:xfrm>
            <a:off x="1295400" y="2514600"/>
            <a:ext cx="3429000" cy="381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48E61E0-BCD5-4C66-9DB1-719E00AABA2F}"/>
              </a:ext>
            </a:extLst>
          </p:cNvPr>
          <p:cNvSpPr>
            <a:spLocks noGrp="1"/>
          </p:cNvSpPr>
          <p:nvPr/>
        </p:nvSpPr>
        <p:spPr>
          <a:xfrm>
            <a:off x="1485900" y="2619375"/>
            <a:ext cx="781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NEW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D2B5B7-82D4-4076-B285-9B4FC9E64AE4}"/>
              </a:ext>
            </a:extLst>
          </p:cNvPr>
          <p:cNvSpPr>
            <a:spLocks noGrp="1"/>
          </p:cNvSpPr>
          <p:nvPr/>
        </p:nvSpPr>
        <p:spPr>
          <a:xfrm>
            <a:off x="2343150" y="2619375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최근 추가된 관계, 초기 상호작용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34A48A-B7CA-4ACA-B9FA-921C30B9102C}"/>
              </a:ext>
            </a:extLst>
          </p:cNvPr>
          <p:cNvSpPr>
            <a:spLocks noGrp="1"/>
          </p:cNvSpPr>
          <p:nvPr/>
        </p:nvSpPr>
        <p:spPr>
          <a:xfrm>
            <a:off x="1295400" y="3086100"/>
            <a:ext cx="3429000" cy="381000"/>
          </a:xfrm>
          <a:prstGeom prst="rect">
            <a:avLst/>
          </a:prstGeom>
          <a:solidFill>
            <a:srgbClr val="F1E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3578F3-2E09-45CD-9ED0-FF144EA7AA51}"/>
              </a:ext>
            </a:extLst>
          </p:cNvPr>
          <p:cNvSpPr>
            <a:spLocks noGrp="1"/>
          </p:cNvSpPr>
          <p:nvPr/>
        </p:nvSpPr>
        <p:spPr>
          <a:xfrm>
            <a:off x="1485900" y="3190875"/>
            <a:ext cx="781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NORMAL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E3CAFC8-665C-40FE-A9EA-E0B19B4AEFD7}"/>
              </a:ext>
            </a:extLst>
          </p:cNvPr>
          <p:cNvSpPr>
            <a:spLocks noGrp="1"/>
          </p:cNvSpPr>
          <p:nvPr/>
        </p:nvSpPr>
        <p:spPr>
          <a:xfrm>
            <a:off x="2343150" y="3190875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정기적 관계, 중간 수준의 참여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D3A896-7EEC-4B4A-AF78-C47C65A17FE0}"/>
              </a:ext>
            </a:extLst>
          </p:cNvPr>
          <p:cNvSpPr>
            <a:spLocks noGrp="1"/>
          </p:cNvSpPr>
          <p:nvPr/>
        </p:nvSpPr>
        <p:spPr>
          <a:xfrm>
            <a:off x="1295400" y="3657600"/>
            <a:ext cx="3429000" cy="381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D8B965-123D-4E3E-A729-94F85480F61B}"/>
              </a:ext>
            </a:extLst>
          </p:cNvPr>
          <p:cNvSpPr>
            <a:spLocks noGrp="1"/>
          </p:cNvSpPr>
          <p:nvPr/>
        </p:nvSpPr>
        <p:spPr>
          <a:xfrm>
            <a:off x="1485900" y="3762375"/>
            <a:ext cx="781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BEST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E717590-B750-4F5A-AECA-D2D40CC2E9F0}"/>
              </a:ext>
            </a:extLst>
          </p:cNvPr>
          <p:cNvSpPr>
            <a:spLocks noGrp="1"/>
          </p:cNvSpPr>
          <p:nvPr/>
        </p:nvSpPr>
        <p:spPr>
          <a:xfrm>
            <a:off x="2343150" y="3762375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고밀도 관계, 잦은 상호작용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2BFE30C-C240-4A4B-AB85-9A907E79FA01}"/>
              </a:ext>
            </a:extLst>
          </p:cNvPr>
          <p:cNvSpPr>
            <a:spLocks noGrp="1"/>
          </p:cNvSpPr>
          <p:nvPr/>
        </p:nvSpPr>
        <p:spPr>
          <a:xfrm>
            <a:off x="1295400" y="4229100"/>
            <a:ext cx="3429000" cy="381000"/>
          </a:xfrm>
          <a:prstGeom prst="rect">
            <a:avLst/>
          </a:prstGeom>
          <a:solidFill>
            <a:srgbClr val="F1E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21CD05B-D26D-4B17-BABB-BDE88511BFC3}"/>
              </a:ext>
            </a:extLst>
          </p:cNvPr>
          <p:cNvSpPr>
            <a:spLocks noGrp="1"/>
          </p:cNvSpPr>
          <p:nvPr/>
        </p:nvSpPr>
        <p:spPr>
          <a:xfrm>
            <a:off x="1485900" y="4333875"/>
            <a:ext cx="781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OLD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7AE9BAF-2D6A-4377-B9F9-7C08FE2BB35F}"/>
              </a:ext>
            </a:extLst>
          </p:cNvPr>
          <p:cNvSpPr>
            <a:spLocks noGrp="1"/>
          </p:cNvSpPr>
          <p:nvPr/>
        </p:nvSpPr>
        <p:spPr>
          <a:xfrm>
            <a:off x="2343150" y="4333875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활동이 줄어든 관계, 재확인 필요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/>
          <a:srcRect t="15056" b="15056"/>
          <a:stretch>
            <a:fillRect/>
          </a:stretch>
        </p:blipFill>
        <p:spPr>
          <a:xfrm>
            <a:off x="6115050" y="1524000"/>
            <a:ext cx="4114800" cy="426720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C5BDDA-5822-4B8B-888E-114FF5F2C30B}"/>
              </a:ext>
            </a:extLst>
          </p:cNvPr>
          <p:cNvSpPr>
            <a:spLocks noGrp="1"/>
          </p:cNvSpPr>
          <p:nvPr/>
        </p:nvSpPr>
        <p:spPr>
          <a:xfrm>
            <a:off x="10344150" y="1847850"/>
            <a:ext cx="742950" cy="4953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0CD7F31-F8EE-4918-AAB0-627E5E76AD2B}"/>
              </a:ext>
            </a:extLst>
          </p:cNvPr>
          <p:cNvSpPr>
            <a:spLocks noGrp="1"/>
          </p:cNvSpPr>
          <p:nvPr/>
        </p:nvSpPr>
        <p:spPr>
          <a:xfrm>
            <a:off x="10344150" y="1943100"/>
            <a:ext cx="742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밀도</a:t>
            </a:r>
          </a:p>
          <a:p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크기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54BCF52-FFB2-4433-A2F8-24DAA0F112C1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DB517-9DAC-4BAC-A580-1E94475C6913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8A9F819-E359-4336-9F25-809C0F0CEFD8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762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1E4379-F5F0-4767-9A30-0F39D3E354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7C375F-0C6E-4FC7-840D-2EF2FF6D9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52A89A-D6A0-4F54-BC00-AB3E85A4572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FB77BD-2FBD-44D8-B84A-E142A9F806F8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8A88A2-74D8-4638-99AC-BCD6F30634BF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8DD6C3-8574-4448-B2C2-049AB2DA8A13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95933F-C408-4E36-B00A-77A12F82F830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0381D0-C309-4208-AA27-1D4081344B2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6CD5B-77C8-40EF-B0A0-90E8F90D33C2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F58038-2C6E-41EE-B26F-CB72656981EF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40353-58FF-4683-910B-48032BB2FAA2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F84D71-61D2-448E-AD71-E4A6D50F70DF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92F71B-1A3E-4F0B-8F98-0662311A21AC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D03F61-5E57-45EF-A54F-834A23F1CF37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43A2E1-A5B1-4BBA-B98D-3D2E76938EB3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3BFFBE-D711-4A7A-9B3D-FACB1BA3CBB1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1BFD1D-ECDA-4BB3-975D-998DBDD8366E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468111-465F-46AE-A456-EB224296FE85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8441A9-80B4-4DED-8BE9-61BD3100088B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69141C-C95D-44E8-989C-E26018A943FB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0BCDD4-AFAD-43C3-AE35-B4B37F464672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02F0FC-24F5-4FDF-8331-15F597D5D706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8167FD-4D3D-4069-B0D1-0D3CBA117C30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DEMO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EF2722-E5CC-4F5B-B95B-7DCB2EC17C05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한 장의 사진이 기록으로 바뀌는 과정을 시연합니다.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66E1EF-B524-4FB1-B8E9-5047F187B242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3E76E44-BE0E-434C-A5E7-2A1C7822EAF5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7048500" cy="409575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F397F8-90B3-45C7-8BBC-43059BA88861}"/>
              </a:ext>
            </a:extLst>
          </p:cNvPr>
          <p:cNvSpPr>
            <a:spLocks noGrp="1"/>
          </p:cNvSpPr>
          <p:nvPr/>
        </p:nvSpPr>
        <p:spPr>
          <a:xfrm>
            <a:off x="2571750" y="1466850"/>
            <a:ext cx="7048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rcRect t="29891" b="29891"/>
          <a:stretch>
            <a:fillRect/>
          </a:stretch>
        </p:blipFill>
        <p:spPr>
          <a:xfrm>
            <a:off x="3143250" y="1752600"/>
            <a:ext cx="5905500" cy="3524250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ED5D3EC5-7F4B-4DA8-A8C3-9BDDDA8837EE}"/>
              </a:ext>
            </a:extLst>
          </p:cNvPr>
          <p:cNvSpPr>
            <a:spLocks noGrp="1"/>
          </p:cNvSpPr>
          <p:nvPr/>
        </p:nvSpPr>
        <p:spPr>
          <a:xfrm>
            <a:off x="5572125" y="3067050"/>
            <a:ext cx="1047750" cy="723900"/>
          </a:xfrm>
          <a:prstGeom prst="ellipse">
            <a:avLst/>
          </a:prstGeom>
          <a:solidFill>
            <a:srgbClr val="5F2EEA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래픽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24550" y="3276600"/>
            <a:ext cx="304800" cy="304800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9D8A95-F7C8-45E4-9991-13B862B57887}"/>
              </a:ext>
            </a:extLst>
          </p:cNvPr>
          <p:cNvSpPr>
            <a:spLocks noGrp="1"/>
          </p:cNvSpPr>
          <p:nvPr/>
        </p:nvSpPr>
        <p:spPr>
          <a:xfrm>
            <a:off x="1619250" y="5867400"/>
            <a:ext cx="895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업로드 → EXIF 추출 → 얼굴 인식 → 장소·일정 매칭 → 기록 완성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4E9385-BBE9-4A8E-BD94-1B594D8C5629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6F7E675-D180-418B-9FB8-B817577B16F2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9185A8-8951-4A3B-A2F3-934FFDD59AEE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43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AB9272-E91B-40A2-B11D-DA37EEEDB4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E29A02-E97F-4168-9E97-483C21B5D5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EC4880-A45C-4286-B8E2-19F231A5CAF4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6EAB64-5249-4989-BDCE-396DADB7EF79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F6C557-62B0-4F10-B3B7-7013D0D678DC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17B8F5-B97A-4C92-81DC-D78F843BEC5F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7CAC68-8C38-4313-8EA4-52DA18575231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D5BD72-A0F2-4077-87E2-67A327840BB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0451F7-636C-47A3-82A5-8BBF288ABEE8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786358-EAAF-4FEA-A204-41596E899F0D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01C7E1-2A91-4232-9F9B-37A036574AE8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433D40-47D4-4C8A-B8FE-DF4EEA56F1A2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4D46CB-42D9-4B0F-8A54-ED483251AC72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FB1458-6E91-43E9-BCEC-2C034EAF5BAA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09081-5F4C-4EA2-B3AC-C17BC9FCAF8A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82463-0F2F-49BB-8947-281952B1AFCF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68C7BC-1D1D-4B4F-A431-D4E40788CFF8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CBD0ED-C573-4108-A746-15D869B68B98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9A479D-E447-4AF8-ACB0-D8226C237866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6A0A3A-7E70-4B7F-84EF-674E37D7CDCF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1DE1CF-C62E-4C9F-8D62-F21486183847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3404DA-0BED-42CE-BE3B-4FC1AEBA821D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QR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5CD64F-AA30-4855-B518-6E2AD5A67484}"/>
              </a:ext>
            </a:extLst>
          </p:cNvPr>
          <p:cNvSpPr>
            <a:spLocks noGrp="1"/>
          </p:cNvSpPr>
          <p:nvPr/>
        </p:nvSpPr>
        <p:spPr>
          <a:xfrm>
            <a:off x="3352800" y="838200"/>
            <a:ext cx="5638800" cy="4953000"/>
          </a:xfrm>
          <a:prstGeom prst="rect">
            <a:avLst/>
          </a:prstGeom>
          <a:solidFill>
            <a:srgbClr val="D7CCE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375ED9-0725-47D1-9BF0-9B0927C189E5}"/>
              </a:ext>
            </a:extLst>
          </p:cNvPr>
          <p:cNvSpPr>
            <a:spLocks noGrp="1"/>
          </p:cNvSpPr>
          <p:nvPr/>
        </p:nvSpPr>
        <p:spPr>
          <a:xfrm>
            <a:off x="3276600" y="762000"/>
            <a:ext cx="56388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6256" y="1066800"/>
            <a:ext cx="4159489" cy="4191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C00BB6-0E70-4B00-8D61-D05CB891D975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5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www.cluster-app.kr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36D1DB3-56F5-490F-B97D-E06E135465E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85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지금 바로 접속해보세요</a:t>
            </a:r>
          </a:p>
        </p:txBody>
      </p:sp>
    </p:spTree>
    <p:extLst>
      <p:ext uri="{BB962C8B-B14F-4D97-AF65-F5344CB8AC3E}">
        <p14:creationId xmlns:p14="http://schemas.microsoft.com/office/powerpoint/2010/main" val="148162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22819DDA-96CD-4E68-84CA-31856CF9F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CBEC03-3352-49E9-9843-79317DD7A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9376B8-E0CB-4B0B-A37A-3A9BE924FAE3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75D912-B3AF-480F-A715-DC2E55EC23EF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CDAB90-6458-4911-88AE-71ECB3D79020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635E7-B5EB-41D6-9276-9E1A19E89C00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FB5E3A-3586-43C7-A6AF-BF750D62093F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C0C8B-1875-4B2E-8C14-CB8A1A6AFD3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61F29B-7E1C-45C8-B11B-21DB459BCBAE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D4C89D-B32B-4E96-9308-EB840D7DDCB2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E73E36-292A-413C-8646-D81345479916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F46B47-B989-4A76-B6BB-FEF53DA30773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B842B8-0AD6-431C-9EF6-77345C8C7B98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C175F6-95B4-46C5-994C-92053ACD7926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E84D70-10EB-4CD3-A124-31059EEBAA38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836680-F2BF-4945-ADAE-CEC6038B5150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1F6E1A-17B0-4762-AD89-ABBA8A033430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F1FE30-FFF4-4223-A233-B226EC9B4907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A48EE4-C81D-4D5F-9843-A3A13ABB46B2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D4FFFC-D2DC-428A-95CD-0BB2176C1395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146608-7952-4C85-AE3F-7A121BE1C195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CC4F61-ACAA-4283-B553-E30B0535BC4E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LIMITATIONS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18C5CF-4A16-409C-A67B-63093A9999FF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LIMITATIONS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5D594F-E52C-4C4E-B40B-1200EFE421B5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현재 한계는 자동화 정확도와 입력 데이터 신뢰성에 집중됩니다.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25F4E6-15AA-4278-A5F8-D4357EA236F3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293245-36AE-4B12-8B2A-9AFBCE9C477A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0439400" cy="4953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942E00-13E7-4C85-A771-A2052EFF01AB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7CED99-6F8F-46E3-8D12-F33A13AC1D47}"/>
              </a:ext>
            </a:extLst>
          </p:cNvPr>
          <p:cNvSpPr>
            <a:spLocks noGrp="1"/>
          </p:cNvSpPr>
          <p:nvPr/>
        </p:nvSpPr>
        <p:spPr>
          <a:xfrm>
            <a:off x="2133600" y="17526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78CF0D-3E51-4FF6-9209-20AF8EEF16BC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7BC937-A17D-4B15-A64E-9A9E3F640F36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문제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08EFE6-AFC1-4435-8BE2-94884CA53309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10439400" cy="8763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6F233D-55E2-43E8-87C9-15C298D1E16F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C6D54E-0949-4352-8974-F197A4CE3392}"/>
              </a:ext>
            </a:extLst>
          </p:cNvPr>
          <p:cNvSpPr>
            <a:spLocks noGrp="1"/>
          </p:cNvSpPr>
          <p:nvPr/>
        </p:nvSpPr>
        <p:spPr>
          <a:xfrm>
            <a:off x="2133600" y="23717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얼굴 임베딩 threshold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EBB64E-9FAE-487A-B170-9FD3D8C6D261}"/>
              </a:ext>
            </a:extLst>
          </p:cNvPr>
          <p:cNvSpPr>
            <a:spLocks noGrp="1"/>
          </p:cNvSpPr>
          <p:nvPr/>
        </p:nvSpPr>
        <p:spPr>
          <a:xfrm>
            <a:off x="4419600" y="23050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등록 인물과 미등록 인물을 안정적으로 구분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93023-273A-44F2-AD71-49DF3AE20A2E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실사용 환경 검증 부족으로 오인식 가능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1C8D154-5FB0-43FA-8720-3F71FC4E85AF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0439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19FA8F-C806-4A3C-8259-D10D8A373217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B976D8-3085-4218-90E8-C182CF0302BC}"/>
              </a:ext>
            </a:extLst>
          </p:cNvPr>
          <p:cNvSpPr>
            <a:spLocks noGrp="1"/>
          </p:cNvSpPr>
          <p:nvPr/>
        </p:nvSpPr>
        <p:spPr>
          <a:xfrm>
            <a:off x="2133600" y="34766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사전 등록 의존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214EBA8-A2E8-43CB-AE70-3FB7209ABEA1}"/>
              </a:ext>
            </a:extLst>
          </p:cNvPr>
          <p:cNvSpPr>
            <a:spLocks noGrp="1"/>
          </p:cNvSpPr>
          <p:nvPr/>
        </p:nvSpPr>
        <p:spPr>
          <a:xfrm>
            <a:off x="4419600" y="34099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사진 업로드만으로 기록이 완성되는 경험 지향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963265-8514-4254-A8DB-7632778F4672}"/>
              </a:ext>
            </a:extLst>
          </p:cNvPr>
          <p:cNvSpPr>
            <a:spLocks noGrp="1"/>
          </p:cNvSpPr>
          <p:nvPr/>
        </p:nvSpPr>
        <p:spPr>
          <a:xfrm>
            <a:off x="7715250" y="33909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People·Place·Schedule 선등록이 필요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070F03-DA5E-4A11-8C7C-2047DD4472D4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10439400" cy="8763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3E62834-2DDF-43AD-9031-305C29102020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FAAF7A4-88A0-4781-81A8-633A37595E7B}"/>
              </a:ext>
            </a:extLst>
          </p:cNvPr>
          <p:cNvSpPr>
            <a:spLocks noGrp="1"/>
          </p:cNvSpPr>
          <p:nvPr/>
        </p:nvSpPr>
        <p:spPr>
          <a:xfrm>
            <a:off x="2133600" y="45815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EXIF·보안 제약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A76D6E5-AA86-4AF7-83D9-AB6F49C60A03}"/>
              </a:ext>
            </a:extLst>
          </p:cNvPr>
          <p:cNvSpPr>
            <a:spLocks noGrp="1"/>
          </p:cNvSpPr>
          <p:nvPr/>
        </p:nvSpPr>
        <p:spPr>
          <a:xfrm>
            <a:off x="4419600" y="45148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자동 매칭과 생체정보 보호를 동시에 만족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D1F15B7-FF64-4145-85BB-5EC005192B4E}"/>
              </a:ext>
            </a:extLst>
          </p:cNvPr>
          <p:cNvSpPr>
            <a:spLocks noGrp="1"/>
          </p:cNvSpPr>
          <p:nvPr/>
        </p:nvSpPr>
        <p:spPr>
          <a:xfrm>
            <a:off x="7715250" y="44958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SNS 공유 사진의 EXIF 손실, 임베딩 암호화 미적용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E79571C-3F0D-4B16-8F90-EA15FCFE0A47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5CF3933-9C77-45FB-ABE7-95C9410F02BD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5188A21-55B6-4181-82E7-06BD4FC24A79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216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39C7AD47-45DF-4701-9BFD-8E8CE0651B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760831-9F59-4F48-B241-4D9DAC116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0A906C-D58B-4C94-BD39-799BD899B688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E96280-50A2-45B0-B845-16687474C8B0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A01B25-B3FF-4A38-A741-EB41A5A22A2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0E5567-1E91-4A34-B384-72FB86EECD62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353179-3239-492C-822A-187225778979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95569A-A11E-4774-8C85-E750E3040FF0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0A9BC9-C46A-4D3C-A5F4-2865B405770F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2CA4CA-98F5-4584-8494-265221EB7992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181CD-3737-4D92-985A-F10C1696923C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D773D5-2C7B-465E-BDE5-6F7A941C81FE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DA683F-AD11-43B3-9DE1-203AABED2F26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434696-8F9B-4A19-81D7-A08467699D9D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B274D-BEA7-4A6A-8DC1-844D18A7A7F9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EB1B87-A58E-4BCB-8C67-853066EEB515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8A8317-93E4-4717-BDA6-454161F6AB2E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4FF204-471C-40CC-A6D5-1E24C4026714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6EBC7C9-7745-42A8-8DBD-19BEE83FD24D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FE8133-18BE-4865-B3E5-531B10273024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16EC44-CC5A-489F-80ED-1CF859DA935E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858702-3478-44AE-BE47-86A5CDC4C5BF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5F2DF7-D9C7-43D1-B33E-F5019ECEA012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63EA50-363A-426C-883C-14933AB9646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8667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향후 계획은 한계와 1:1로 대응합니다.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D27FAB-430E-4F1E-9CF2-37B7ACB2DDEC}"/>
              </a:ext>
            </a:extLst>
          </p:cNvPr>
          <p:cNvSpPr>
            <a:spLocks noGrp="1"/>
          </p:cNvSpPr>
          <p:nvPr/>
        </p:nvSpPr>
        <p:spPr>
          <a:xfrm>
            <a:off x="876300" y="1181100"/>
            <a:ext cx="10439400" cy="11430"/>
          </a:xfrm>
          <a:prstGeom prst="rect">
            <a:avLst/>
          </a:prstGeom>
          <a:solidFill>
            <a:srgbClr val="D9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606C34-9B91-4B57-8B0C-682ACF2DBC61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0439400" cy="4953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279928-3F03-4536-8EA3-31BF7F2C8EB8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1EA06AD-1F09-409B-B1C9-1C0FA526568A}"/>
              </a:ext>
            </a:extLst>
          </p:cNvPr>
          <p:cNvSpPr>
            <a:spLocks noGrp="1"/>
          </p:cNvSpPr>
          <p:nvPr/>
        </p:nvSpPr>
        <p:spPr>
          <a:xfrm>
            <a:off x="2133600" y="17526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1AA34E-E2BA-4940-8EC9-77319C7FAA17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4DC16A-6ABD-4048-889C-64D1CC176ACD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문제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66D9B3-AB4B-483E-BEDE-AD881A7EE948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10439400" cy="8763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EF2113-0E9B-4B99-96A3-CF28714A5DC9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7953D7-D15A-4552-8A59-B89963F5EC5B}"/>
              </a:ext>
            </a:extLst>
          </p:cNvPr>
          <p:cNvSpPr>
            <a:spLocks noGrp="1"/>
          </p:cNvSpPr>
          <p:nvPr/>
        </p:nvSpPr>
        <p:spPr>
          <a:xfrm>
            <a:off x="2133600" y="23717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인식 정확도 고도화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303BE2D-4AD0-44CE-9B6A-07C34FC9BC6B}"/>
              </a:ext>
            </a:extLst>
          </p:cNvPr>
          <p:cNvSpPr>
            <a:spLocks noGrp="1"/>
          </p:cNvSpPr>
          <p:nvPr/>
        </p:nvSpPr>
        <p:spPr>
          <a:xfrm>
            <a:off x="4419600" y="23050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threshold 검증과 사용자 피드백 루프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3EAD478-A584-4711-92D8-D9E0A926F092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실사용자 데이터 기반 튜닝, 상용 Face API 검토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60BE14D-E8CF-4DBE-9A44-544181A779B9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0439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1ACB80-D037-4103-8D03-8A8F72FA4A8C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2D9D32E-9E5C-4476-87F6-9792E6521164}"/>
              </a:ext>
            </a:extLst>
          </p:cNvPr>
          <p:cNvSpPr>
            <a:spLocks noGrp="1"/>
          </p:cNvSpPr>
          <p:nvPr/>
        </p:nvSpPr>
        <p:spPr>
          <a:xfrm>
            <a:off x="2133600" y="34766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온보딩 자동화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2B16C1B-B19D-4588-96BE-982EC52251A6}"/>
              </a:ext>
            </a:extLst>
          </p:cNvPr>
          <p:cNvSpPr>
            <a:spLocks noGrp="1"/>
          </p:cNvSpPr>
          <p:nvPr/>
        </p:nvSpPr>
        <p:spPr>
          <a:xfrm>
            <a:off x="4419600" y="34099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선등록 부담을 기존 데이터 연동으로 축소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D111CF6-7DA3-4BFA-8DBC-A62895B46198}"/>
              </a:ext>
            </a:extLst>
          </p:cNvPr>
          <p:cNvSpPr>
            <a:spLocks noGrp="1"/>
          </p:cNvSpPr>
          <p:nvPr/>
        </p:nvSpPr>
        <p:spPr>
          <a:xfrm>
            <a:off x="7715250" y="33909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연락처·사진·캘린더 연동으로 초기 데이터 확보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A55E6B-D8BC-4C36-82D0-049952C060D5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10439400" cy="876300"/>
          </a:xfrm>
          <a:prstGeom prst="rect">
            <a:avLst/>
          </a:prstGeom>
          <a:solidFill>
            <a:srgbClr val="F1EDFF"/>
          </a:solidFill>
          <a:ln w="9525">
            <a:solidFill>
              <a:srgbClr val="E3D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719742-99C9-40A8-90DE-7E04BF3E3488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FD6B25F-05CF-4668-A097-66643548A625}"/>
              </a:ext>
            </a:extLst>
          </p:cNvPr>
          <p:cNvSpPr>
            <a:spLocks noGrp="1"/>
          </p:cNvSpPr>
          <p:nvPr/>
        </p:nvSpPr>
        <p:spPr>
          <a:xfrm>
            <a:off x="2133600" y="45815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EXIF 보완·보안 강화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6D40728-9B8E-4840-8013-78C2F8C1489A}"/>
              </a:ext>
            </a:extLst>
          </p:cNvPr>
          <p:cNvSpPr>
            <a:spLocks noGrp="1"/>
          </p:cNvSpPr>
          <p:nvPr/>
        </p:nvSpPr>
        <p:spPr>
          <a:xfrm>
            <a:off x="4419600" y="45148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메타데이터 부재와 생체정보 보호 문제 대응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7ECDCF1-44EB-4BC8-9A34-0B2EC597DF84}"/>
              </a:ext>
            </a:extLst>
          </p:cNvPr>
          <p:cNvSpPr>
            <a:spLocks noGrp="1"/>
          </p:cNvSpPr>
          <p:nvPr/>
        </p:nvSpPr>
        <p:spPr>
          <a:xfrm>
            <a:off x="7715250" y="4495800"/>
            <a:ext cx="304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최소 입력 UI, AES-256 암호화, Refresh Token·Blacklist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9A3533C-9C86-4353-9A38-F1CFEED85D9F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9D7145D-83A0-4ECA-95E8-DCBBE2CD7C55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96473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334000C-A5FF-402E-9B93-5D31510AE3AE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4959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9C2B9FBA-D9F8-49F0-A7B8-5BD6D31B6C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4B4B1A-2F1B-4268-BD7E-2394B3A912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" cy="6858000"/>
          </a:xfrm>
          <a:prstGeom prst="rect">
            <a:avLst/>
          </a:prstGeom>
          <a:solidFill>
            <a:srgbClr val="3410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85BD5C-FC67-420E-9FDD-A5085418272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F4830D-8052-40AC-95ED-6D794C8C18D4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EAFD1F-BFD0-4941-B05B-F20A0A852E51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BBEE60-E7C6-4390-AB6B-D2CAD41ADD25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21FE4F-FA56-4369-B260-D74AFD369D0B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445556-E37A-4FD3-ACC5-C1B0C184FFD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131A83-0A74-495F-8C7C-377F4A92E0FA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64CFF7-12F2-43B2-AC5E-C6D13EE27338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9387FC-56B4-4247-A609-6244F2C56028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130E11-6381-4E64-B6E3-B67D7C39EE51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DD0A3C-10D6-422C-8624-24A294C4742D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915F97-FF3A-4AFF-AF44-AB94D2F355CD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620" cy="575310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D0BCC8-3B4B-4FD6-BA98-81EC6F94583E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6A858C-4C4D-40AC-B60E-F66997CCD5C9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50903E-94B0-4BF1-BB25-7296691CE1FC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C67B6DE-DA89-411F-BCD3-20A260713E38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0E3A0E-9BEE-4FAD-9646-1C1247FE47CA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98F358-8504-4974-A2BE-93C2C7579023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50D79E-61F3-4A6B-9C91-1A2FB4FF602C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7620"/>
          </a:xfrm>
          <a:prstGeom prst="rect">
            <a:avLst/>
          </a:prstGeom>
          <a:solidFill>
            <a:srgbClr val="ECE5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9D283A-A695-4D0F-B152-930753DD1CA0}"/>
              </a:ext>
            </a:extLst>
          </p:cNvPr>
          <p:cNvSpPr>
            <a:spLocks noGrp="1"/>
          </p:cNvSpPr>
          <p:nvPr/>
        </p:nvSpPr>
        <p:spPr>
          <a:xfrm>
            <a:off x="171450" y="5791200"/>
            <a:ext cx="247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EDE9FF"/>
                </a:solidFill>
                <a:latin typeface="Apple SD Gothic Neo"/>
                <a:ea typeface="Apple SD Gothic Neo"/>
                <a:cs typeface="Apple SD Gothic Neo"/>
              </a:rPr>
              <a:t>CLOSE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AD73FC-CE41-458E-AEA4-850F48FF8DF8}"/>
              </a:ext>
            </a:extLst>
          </p:cNvPr>
          <p:cNvSpPr>
            <a:spLocks noGrp="1"/>
          </p:cNvSpPr>
          <p:nvPr/>
        </p:nvSpPr>
        <p:spPr>
          <a:xfrm>
            <a:off x="914400" y="781050"/>
            <a:ext cx="10363200" cy="49530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369E36-362B-4614-BDB0-F3793587C07D}"/>
              </a:ext>
            </a:extLst>
          </p:cNvPr>
          <p:cNvSpPr>
            <a:spLocks noGrp="1"/>
          </p:cNvSpPr>
          <p:nvPr/>
        </p:nvSpPr>
        <p:spPr>
          <a:xfrm>
            <a:off x="0" y="1181100"/>
            <a:ext cx="1219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36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74381A-F23F-416B-BF92-D0641A8DC69C}"/>
              </a:ext>
            </a:extLst>
          </p:cNvPr>
          <p:cNvSpPr>
            <a:spLocks noGrp="1"/>
          </p:cNvSpPr>
          <p:nvPr/>
        </p:nvSpPr>
        <p:spPr>
          <a:xfrm>
            <a:off x="4514850" y="2000250"/>
            <a:ext cx="3162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6B48A7-6B29-463D-BDD8-FB5F89D95DBF}"/>
              </a:ext>
            </a:extLst>
          </p:cNvPr>
          <p:cNvSpPr>
            <a:spLocks noGrp="1"/>
          </p:cNvSpPr>
          <p:nvPr/>
        </p:nvSpPr>
        <p:spPr>
          <a:xfrm>
            <a:off x="0" y="268605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People — 누구와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68562BA-B576-474C-BAB0-95C72EC97A90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Place — 어디서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6B710C-E7B8-4FBB-85DC-8D7637B97806}"/>
              </a:ext>
            </a:extLst>
          </p:cNvPr>
          <p:cNvSpPr>
            <a:spLocks noGrp="1"/>
          </p:cNvSpPr>
          <p:nvPr/>
        </p:nvSpPr>
        <p:spPr>
          <a:xfrm>
            <a:off x="0" y="371475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1420"/>
                </a:solidFill>
                <a:latin typeface="Apple SD Gothic Neo"/>
                <a:ea typeface="Apple SD Gothic Neo"/>
                <a:cs typeface="Apple SD Gothic Neo"/>
              </a:rPr>
              <a:t>Calendar — 언제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246247-AF16-4AC8-9011-9F5D65A81FCC}"/>
              </a:ext>
            </a:extLst>
          </p:cNvPr>
          <p:cNvSpPr>
            <a:spLocks noGrp="1"/>
          </p:cNvSpPr>
          <p:nvPr/>
        </p:nvSpPr>
        <p:spPr>
          <a:xfrm>
            <a:off x="0" y="5200650"/>
            <a:ext cx="1219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4104A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0958928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Macintosh PowerPoint</Application>
  <DocSecurity>0</DocSecurity>
  <PresentationFormat>와이드스크린</PresentationFormat>
  <Paragraphs>262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Apple SD Gothic Neo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최우석</cp:lastModifiedBy>
  <cp:revision>1</cp:revision>
  <dcterms:created xsi:type="dcterms:W3CDTF">2026-05-18T14:25:03Z</dcterms:created>
  <dcterms:modified xsi:type="dcterms:W3CDTF">2026-05-18T15:05:44Z</dcterms:modified>
</cp:coreProperties>
</file>