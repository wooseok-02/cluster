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72" r:id="rId13"/>
    <p:sldId id="27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95"/>
  </p:normalViewPr>
  <p:slideViewPr>
    <p:cSldViewPr snapToGrid="0">
      <p:cViewPr>
        <p:scale>
          <a:sx n="99" d="100"/>
          <a:sy n="99" d="100"/>
        </p:scale>
        <p:origin x="9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E49B0-E0AB-D8A9-642C-BD921FF9F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6B7EA-77C4-958A-4325-F42ABB8ED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FDB48C-6092-0DC1-9CD8-AB0FBFE94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F0BFB-ECA7-D23B-5501-4236E6B233E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1167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026C8-C139-3635-B936-4350536C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2ABE9-2C31-9920-7B16-CC76778AF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0C333-65CF-1657-9B22-8513B4BC0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7F5C0-9EB2-6CA1-482A-55610AFFBBC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7894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088AC-25E8-9D94-AAF5-56695948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8D7326-3819-C04A-D5CC-EAFAFB82F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461F6-17E3-BB37-6322-68ECCAB82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CB1D1-742A-7D39-75F7-4F928CB6B24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7651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cluster-one-beta.vercel.app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3B2EBF-1802-4B31-993E-89801A4A9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C7FE584-3CDC-4887-80DC-C790817D58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DEAA2DA-5543-4ADA-A851-E0B558C7C3EF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00B209E-D606-444A-B57D-7CD976EE2969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7C15D6-0286-45A7-8E34-56148A294FC7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A981BF-FBEE-4125-B1AF-05A208D403ED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FE13088-77EF-46C3-AC5F-B2BC0B18079D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DF8555-FC89-4917-9914-F3F879AA9DA8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E4C901-721C-4445-9D40-EF0FF0774800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061DF55-67B5-4CE3-A743-FCC60C0668F9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949E2B-DC4E-48C2-8F26-38C1C49CB973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4FC2E28-C264-42CE-9856-06BE354857DA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39D5620-4265-4CB8-999F-AB945F750FA9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32062AE-4B29-41DE-BCFB-FF5A06D5CD95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AF5872-B0EF-4A61-B855-5EA51C47FC1C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4060BE-3CD1-4B10-AC55-C39D6E7E7FCE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3ECF25-9833-4FAB-9A9C-936D14A4600C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508150-8F87-4F56-B283-D27E316E1B5A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8C45B1-430D-49AB-A235-CEA3F33B247F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2170F79-232C-4863-BF4E-8BB67C9A0847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BFBFEF-258B-4EE4-A00E-19B2CF5D9FB8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2598A9-DE4E-4E61-A3C8-DE3885B29A07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COVER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081D51-CC0A-41B2-A546-9F7360096207}"/>
              </a:ext>
            </a:extLst>
          </p:cNvPr>
          <p:cNvSpPr>
            <a:spLocks noGrp="1"/>
          </p:cNvSpPr>
          <p:nvPr/>
        </p:nvSpPr>
        <p:spPr>
          <a:xfrm>
            <a:off x="914400" y="781050"/>
            <a:ext cx="10363200" cy="49530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7837A1D-DDA4-420A-A85E-F3AE74CDE4D9}"/>
              </a:ext>
            </a:extLst>
          </p:cNvPr>
          <p:cNvSpPr>
            <a:spLocks noGrp="1"/>
          </p:cNvSpPr>
          <p:nvPr/>
        </p:nvSpPr>
        <p:spPr>
          <a:xfrm>
            <a:off x="1200150" y="1066800"/>
            <a:ext cx="9791700" cy="43815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E2D351-AA29-4622-9651-74879A628893}"/>
              </a:ext>
            </a:extLst>
          </p:cNvPr>
          <p:cNvSpPr>
            <a:spLocks noGrp="1"/>
          </p:cNvSpPr>
          <p:nvPr/>
        </p:nvSpPr>
        <p:spPr>
          <a:xfrm>
            <a:off x="0" y="1581150"/>
            <a:ext cx="1219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6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46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CLUSTER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CBAD780-C2EE-4BE8-8D80-6E7BBE457129}"/>
              </a:ext>
            </a:extLst>
          </p:cNvPr>
          <p:cNvSpPr>
            <a:spLocks noGrp="1"/>
          </p:cNvSpPr>
          <p:nvPr/>
        </p:nvSpPr>
        <p:spPr>
          <a:xfrm>
            <a:off x="4514850" y="2552700"/>
            <a:ext cx="316230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D979D53-A970-426E-930C-8057F18F7450}"/>
              </a:ext>
            </a:extLst>
          </p:cNvPr>
          <p:cNvSpPr>
            <a:spLocks noGrp="1"/>
          </p:cNvSpPr>
          <p:nvPr/>
        </p:nvSpPr>
        <p:spPr>
          <a:xfrm>
            <a:off x="0" y="3105150"/>
            <a:ext cx="1219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 한 장으로 인생을 기록하다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4DB0AB2-1FB2-45A6-8275-A1D760EC71E4}"/>
              </a:ext>
            </a:extLst>
          </p:cNvPr>
          <p:cNvSpPr>
            <a:spLocks noGrp="1"/>
          </p:cNvSpPr>
          <p:nvPr/>
        </p:nvSpPr>
        <p:spPr>
          <a:xfrm>
            <a:off x="0" y="4991100"/>
            <a:ext cx="1219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최우석 · 김성애  |  한국정보통신학회 춘계학술대회 2026</a:t>
            </a:r>
          </a:p>
        </p:txBody>
      </p:sp>
    </p:spTree>
    <p:extLst>
      <p:ext uri="{BB962C8B-B14F-4D97-AF65-F5344CB8AC3E}">
        <p14:creationId xmlns:p14="http://schemas.microsoft.com/office/powerpoint/2010/main" val="607469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705925E-DD1D-4D61-8EFA-2E22352F08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5300AE-B0C2-4CC6-9A3D-4156867869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1D8B8D-303C-4F80-89C1-6970E192F052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9A74AE-B94C-4404-BA4F-CD586C129E52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75282A-5A28-4748-B8BA-2FADE143B52F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5187A8-5D65-45FD-9CA8-5823AD331EDF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47B3F26-6D42-4917-8FDC-52F1E2E5282E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1AC8DE-3812-4458-B68A-DADC9CC8DF0D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AE36A1-853D-494F-9D5E-0B8C35ED7F1E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B5D633-86DC-4CB9-BE37-B446A6E7DA29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9F381D-69FA-42C2-8B9A-B4184890B42C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944B494-D555-4171-A224-338223267CA8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8790B3-3D40-4C79-8F85-E27F90FC10F4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03E554-1F26-4E28-B356-FFBDF48A494C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E1AD5D-367C-439E-9576-7E33BF765A3D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FF3A3E-F75C-4789-A2A9-7638A6399A9F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BE8FE6-9E7D-4E79-A84F-7367E5CAC278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418B6D0-9F9F-43F2-AD7B-20DD0C6CD679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8E28C37-8270-4D6F-8380-C8DA073C05AC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D3ECC66-1265-43F3-B136-6677BD5CE7EF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BB5720B-0500-4BA3-AA40-2B5ADF148EEC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BFE25A8-FD68-4E35-9081-ED6FB768DA9C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DATA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8A87DB7-C5D1-45F0-BE14-AAFDF50EEC49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PROBLEM RECOGNITION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7BD8A3E-474F-494B-8921-4212F3C12A3E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우리는 역사상 가장 많은 사진을 찍는 세대입니다.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17CE691-BE09-4ABD-B48B-64ED79688902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그런데 그 사진들이 실제로 삶을 기록하고 있나요?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9D8506E-DAE5-4355-975E-E348AFB9B92C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A51BA3E-39FC-48A2-B3EB-31682A8BE963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4038600" cy="37147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46D03C4-1E59-4D26-B31F-F3FFAA95C2C0}"/>
              </a:ext>
            </a:extLst>
          </p:cNvPr>
          <p:cNvSpPr>
            <a:spLocks noGrp="1"/>
          </p:cNvSpPr>
          <p:nvPr/>
        </p:nvSpPr>
        <p:spPr>
          <a:xfrm>
            <a:off x="876300" y="1657350"/>
            <a:ext cx="403860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6FC2181-F805-4474-AC69-33B4E4431555}"/>
              </a:ext>
            </a:extLst>
          </p:cNvPr>
          <p:cNvSpPr>
            <a:spLocks noGrp="1"/>
          </p:cNvSpPr>
          <p:nvPr/>
        </p:nvSpPr>
        <p:spPr>
          <a:xfrm>
            <a:off x="1181100" y="19431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676070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676070"/>
                </a:solidFill>
                <a:latin typeface="Aptos Mono"/>
                <a:ea typeface="Aptos Mono"/>
                <a:cs typeface="Aptos Mono"/>
              </a:rPr>
              <a:t>ANNUAL PHOTO VOLUME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C59C213-F945-4C3A-B637-BD47B7943161}"/>
              </a:ext>
            </a:extLst>
          </p:cNvPr>
          <p:cNvSpPr>
            <a:spLocks noGrp="1"/>
          </p:cNvSpPr>
          <p:nvPr/>
        </p:nvSpPr>
        <p:spPr>
          <a:xfrm>
            <a:off x="1181100" y="2209800"/>
            <a:ext cx="2190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 dirty="0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1.9조 </a:t>
            </a:r>
            <a:r>
              <a:rPr sz="3300" b="1" dirty="0" err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장</a:t>
            </a:r>
            <a:endParaRPr sz="3300" b="1" dirty="0">
              <a:solidFill>
                <a:srgbClr val="2F0B4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3A1E25C-C366-495A-83CF-8F8E47635CD5}"/>
              </a:ext>
            </a:extLst>
          </p:cNvPr>
          <p:cNvSpPr>
            <a:spLocks noGrp="1"/>
          </p:cNvSpPr>
          <p:nvPr/>
        </p:nvSpPr>
        <p:spPr>
          <a:xfrm>
            <a:off x="1219200" y="3543300"/>
            <a:ext cx="104775" cy="1066800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BD734AD-B144-49B4-AC18-BA6C42F2CE19}"/>
              </a:ext>
            </a:extLst>
          </p:cNvPr>
          <p:cNvSpPr>
            <a:spLocks noGrp="1"/>
          </p:cNvSpPr>
          <p:nvPr/>
        </p:nvSpPr>
        <p:spPr>
          <a:xfrm>
            <a:off x="1400175" y="3495675"/>
            <a:ext cx="104775" cy="1114425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4D66AFC-87DD-4567-8DE8-FE9D28C8D738}"/>
              </a:ext>
            </a:extLst>
          </p:cNvPr>
          <p:cNvSpPr>
            <a:spLocks noGrp="1"/>
          </p:cNvSpPr>
          <p:nvPr/>
        </p:nvSpPr>
        <p:spPr>
          <a:xfrm>
            <a:off x="1581150" y="3448050"/>
            <a:ext cx="104775" cy="1162050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C4D706-EDAA-4F79-ABAA-5054A7603737}"/>
              </a:ext>
            </a:extLst>
          </p:cNvPr>
          <p:cNvSpPr>
            <a:spLocks noGrp="1"/>
          </p:cNvSpPr>
          <p:nvPr/>
        </p:nvSpPr>
        <p:spPr>
          <a:xfrm>
            <a:off x="1762125" y="3400425"/>
            <a:ext cx="104775" cy="1209675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3FA23EB-95ED-4F1F-B67E-6C1EDA6CC0E4}"/>
              </a:ext>
            </a:extLst>
          </p:cNvPr>
          <p:cNvSpPr>
            <a:spLocks noGrp="1"/>
          </p:cNvSpPr>
          <p:nvPr/>
        </p:nvSpPr>
        <p:spPr>
          <a:xfrm>
            <a:off x="1943100" y="3352800"/>
            <a:ext cx="104775" cy="1257300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E6F1F3E-FD27-4992-8AA9-E0400E3D344D}"/>
              </a:ext>
            </a:extLst>
          </p:cNvPr>
          <p:cNvSpPr>
            <a:spLocks noGrp="1"/>
          </p:cNvSpPr>
          <p:nvPr/>
        </p:nvSpPr>
        <p:spPr>
          <a:xfrm>
            <a:off x="2124075" y="3305175"/>
            <a:ext cx="104775" cy="1304925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29DF9B3-829D-4A6C-B22B-64515E1ED12F}"/>
              </a:ext>
            </a:extLst>
          </p:cNvPr>
          <p:cNvSpPr>
            <a:spLocks noGrp="1"/>
          </p:cNvSpPr>
          <p:nvPr/>
        </p:nvSpPr>
        <p:spPr>
          <a:xfrm>
            <a:off x="2305050" y="3257550"/>
            <a:ext cx="104775" cy="1352550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6AD559E-325A-4BEC-81FC-ED9E1C6FC718}"/>
              </a:ext>
            </a:extLst>
          </p:cNvPr>
          <p:cNvSpPr>
            <a:spLocks noGrp="1"/>
          </p:cNvSpPr>
          <p:nvPr/>
        </p:nvSpPr>
        <p:spPr>
          <a:xfrm>
            <a:off x="2486025" y="3209925"/>
            <a:ext cx="104775" cy="1400175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0655456-13BE-4DA8-91A9-1325D416F3E0}"/>
              </a:ext>
            </a:extLst>
          </p:cNvPr>
          <p:cNvSpPr>
            <a:spLocks noGrp="1"/>
          </p:cNvSpPr>
          <p:nvPr/>
        </p:nvSpPr>
        <p:spPr>
          <a:xfrm>
            <a:off x="2667000" y="3162300"/>
            <a:ext cx="104775" cy="1447800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7D5A5BE-3C94-494D-B959-74A4104A9534}"/>
              </a:ext>
            </a:extLst>
          </p:cNvPr>
          <p:cNvSpPr>
            <a:spLocks noGrp="1"/>
          </p:cNvSpPr>
          <p:nvPr/>
        </p:nvSpPr>
        <p:spPr>
          <a:xfrm>
            <a:off x="2847975" y="3114675"/>
            <a:ext cx="104775" cy="1495425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F777ADA-1C01-46DC-A0B8-BB73A2E104BA}"/>
              </a:ext>
            </a:extLst>
          </p:cNvPr>
          <p:cNvSpPr>
            <a:spLocks noGrp="1"/>
          </p:cNvSpPr>
          <p:nvPr/>
        </p:nvSpPr>
        <p:spPr>
          <a:xfrm>
            <a:off x="3028950" y="3067050"/>
            <a:ext cx="104775" cy="1543050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C17EEF6-5995-4436-86EF-24E40A662EC4}"/>
              </a:ext>
            </a:extLst>
          </p:cNvPr>
          <p:cNvSpPr>
            <a:spLocks noGrp="1"/>
          </p:cNvSpPr>
          <p:nvPr/>
        </p:nvSpPr>
        <p:spPr>
          <a:xfrm>
            <a:off x="3209925" y="3019425"/>
            <a:ext cx="104775" cy="1590675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6512364-2E16-4CBE-9895-C6C70B9AD8DD}"/>
              </a:ext>
            </a:extLst>
          </p:cNvPr>
          <p:cNvSpPr>
            <a:spLocks noGrp="1"/>
          </p:cNvSpPr>
          <p:nvPr/>
        </p:nvSpPr>
        <p:spPr>
          <a:xfrm>
            <a:off x="3390900" y="2971800"/>
            <a:ext cx="104775" cy="1638300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680E634-A7D6-43DA-B4B6-D6C2E1412124}"/>
              </a:ext>
            </a:extLst>
          </p:cNvPr>
          <p:cNvSpPr>
            <a:spLocks noGrp="1"/>
          </p:cNvSpPr>
          <p:nvPr/>
        </p:nvSpPr>
        <p:spPr>
          <a:xfrm>
            <a:off x="3571875" y="2924175"/>
            <a:ext cx="104775" cy="1685925"/>
          </a:xfrm>
          <a:prstGeom prst="rect">
            <a:avLst/>
          </a:prstGeom>
          <a:solidFill>
            <a:srgbClr val="DCD2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D9B65A4-7DB2-4CC7-A363-2FA99326D1FA}"/>
              </a:ext>
            </a:extLst>
          </p:cNvPr>
          <p:cNvSpPr>
            <a:spLocks noGrp="1"/>
          </p:cNvSpPr>
          <p:nvPr/>
        </p:nvSpPr>
        <p:spPr>
          <a:xfrm>
            <a:off x="3752850" y="2876550"/>
            <a:ext cx="104775" cy="173355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7B7459C-B05C-4635-A39C-CE2AE66C2D7A}"/>
              </a:ext>
            </a:extLst>
          </p:cNvPr>
          <p:cNvSpPr>
            <a:spLocks noGrp="1"/>
          </p:cNvSpPr>
          <p:nvPr/>
        </p:nvSpPr>
        <p:spPr>
          <a:xfrm>
            <a:off x="3933825" y="2828925"/>
            <a:ext cx="104775" cy="1781175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D936B03-56E9-42A0-B9F7-8AD2D85825F2}"/>
              </a:ext>
            </a:extLst>
          </p:cNvPr>
          <p:cNvSpPr>
            <a:spLocks noGrp="1"/>
          </p:cNvSpPr>
          <p:nvPr/>
        </p:nvSpPr>
        <p:spPr>
          <a:xfrm>
            <a:off x="4114800" y="2781300"/>
            <a:ext cx="104775" cy="18288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8055449-BD17-4256-8C5A-3F9EE11B198C}"/>
              </a:ext>
            </a:extLst>
          </p:cNvPr>
          <p:cNvSpPr>
            <a:spLocks noGrp="1"/>
          </p:cNvSpPr>
          <p:nvPr/>
        </p:nvSpPr>
        <p:spPr>
          <a:xfrm>
            <a:off x="4295775" y="2733675"/>
            <a:ext cx="104775" cy="1876425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533A4AA-AECA-4730-955A-66DC1262E469}"/>
              </a:ext>
            </a:extLst>
          </p:cNvPr>
          <p:cNvSpPr>
            <a:spLocks noGrp="1"/>
          </p:cNvSpPr>
          <p:nvPr/>
        </p:nvSpPr>
        <p:spPr>
          <a:xfrm>
            <a:off x="1181100" y="4762500"/>
            <a:ext cx="3238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사진의 양은 폭증했지만</a:t>
            </a:r>
          </a:p>
          <a:p>
            <a:pPr algn="l">
              <a:defRPr sz="1050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기억의 맥락은 구조화되지 않았습니다.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B43DC5F-9120-4094-B77D-8726C4AF42D0}"/>
              </a:ext>
            </a:extLst>
          </p:cNvPr>
          <p:cNvSpPr>
            <a:spLocks noGrp="1"/>
          </p:cNvSpPr>
          <p:nvPr/>
        </p:nvSpPr>
        <p:spPr>
          <a:xfrm>
            <a:off x="5353050" y="1733550"/>
            <a:ext cx="2686050" cy="37147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45A0125-37C9-4531-8B34-0A7DB9BFA763}"/>
              </a:ext>
            </a:extLst>
          </p:cNvPr>
          <p:cNvSpPr>
            <a:spLocks noGrp="1"/>
          </p:cNvSpPr>
          <p:nvPr/>
        </p:nvSpPr>
        <p:spPr>
          <a:xfrm>
            <a:off x="5276850" y="1657350"/>
            <a:ext cx="2686050" cy="3714750"/>
          </a:xfrm>
          <a:prstGeom prst="rect">
            <a:avLst/>
          </a:prstGeom>
          <a:solidFill>
            <a:srgbClr val="FBFAF7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A964A17-60F2-4A4B-A9C4-39426BFEC8C9}"/>
              </a:ext>
            </a:extLst>
          </p:cNvPr>
          <p:cNvSpPr>
            <a:spLocks noGrp="1"/>
          </p:cNvSpPr>
          <p:nvPr/>
        </p:nvSpPr>
        <p:spPr>
          <a:xfrm>
            <a:off x="5562600" y="19431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676070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676070"/>
                </a:solidFill>
                <a:latin typeface="Aptos Mono"/>
                <a:ea typeface="Aptos Mono"/>
                <a:cs typeface="Aptos Mono"/>
              </a:rPr>
              <a:t>SMARTPHONE SHARE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045E82F-E50E-48EF-9041-5A2D10DC7411}"/>
              </a:ext>
            </a:extLst>
          </p:cNvPr>
          <p:cNvSpPr>
            <a:spLocks noGrp="1"/>
          </p:cNvSpPr>
          <p:nvPr/>
        </p:nvSpPr>
        <p:spPr>
          <a:xfrm>
            <a:off x="5562600" y="2209800"/>
            <a:ext cx="1714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4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94%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0839C2E1-C511-4CCD-8E35-4E40FF9EED66}"/>
              </a:ext>
            </a:extLst>
          </p:cNvPr>
          <p:cNvSpPr>
            <a:spLocks noGrp="1"/>
          </p:cNvSpPr>
          <p:nvPr/>
        </p:nvSpPr>
        <p:spPr>
          <a:xfrm>
            <a:off x="5600700" y="3105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4C8F1143-79B6-4110-83CF-C7FF88F94929}"/>
              </a:ext>
            </a:extLst>
          </p:cNvPr>
          <p:cNvSpPr>
            <a:spLocks noGrp="1"/>
          </p:cNvSpPr>
          <p:nvPr/>
        </p:nvSpPr>
        <p:spPr>
          <a:xfrm>
            <a:off x="5772150" y="3105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A5CDBBC0-5CAD-402B-843B-870FF5366C82}"/>
              </a:ext>
            </a:extLst>
          </p:cNvPr>
          <p:cNvSpPr>
            <a:spLocks noGrp="1"/>
          </p:cNvSpPr>
          <p:nvPr/>
        </p:nvSpPr>
        <p:spPr>
          <a:xfrm>
            <a:off x="5943600" y="3105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53326178-9501-47F5-8F36-A66548B2EB9A}"/>
              </a:ext>
            </a:extLst>
          </p:cNvPr>
          <p:cNvSpPr>
            <a:spLocks noGrp="1"/>
          </p:cNvSpPr>
          <p:nvPr/>
        </p:nvSpPr>
        <p:spPr>
          <a:xfrm>
            <a:off x="6115050" y="3105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AFB8E5D7-9497-44B8-A5A9-D603101A3ACF}"/>
              </a:ext>
            </a:extLst>
          </p:cNvPr>
          <p:cNvSpPr>
            <a:spLocks noGrp="1"/>
          </p:cNvSpPr>
          <p:nvPr/>
        </p:nvSpPr>
        <p:spPr>
          <a:xfrm>
            <a:off x="6286500" y="3105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D1BC56B-BD9F-4F13-8044-CDEEBBF106E1}"/>
              </a:ext>
            </a:extLst>
          </p:cNvPr>
          <p:cNvSpPr>
            <a:spLocks noGrp="1"/>
          </p:cNvSpPr>
          <p:nvPr/>
        </p:nvSpPr>
        <p:spPr>
          <a:xfrm>
            <a:off x="6457950" y="3105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440C926-FC39-4188-A59C-1ED3E8C3F0D6}"/>
              </a:ext>
            </a:extLst>
          </p:cNvPr>
          <p:cNvSpPr>
            <a:spLocks noGrp="1"/>
          </p:cNvSpPr>
          <p:nvPr/>
        </p:nvSpPr>
        <p:spPr>
          <a:xfrm>
            <a:off x="6629400" y="3105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A0344748-19D7-47CB-AE97-60B4038A871D}"/>
              </a:ext>
            </a:extLst>
          </p:cNvPr>
          <p:cNvSpPr>
            <a:spLocks noGrp="1"/>
          </p:cNvSpPr>
          <p:nvPr/>
        </p:nvSpPr>
        <p:spPr>
          <a:xfrm>
            <a:off x="6800850" y="3105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8735543A-837C-4683-BFD7-0FA893D60E60}"/>
              </a:ext>
            </a:extLst>
          </p:cNvPr>
          <p:cNvSpPr>
            <a:spLocks noGrp="1"/>
          </p:cNvSpPr>
          <p:nvPr/>
        </p:nvSpPr>
        <p:spPr>
          <a:xfrm>
            <a:off x="6972300" y="3105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92F5FF14-E667-48A3-8C60-7117B3CD8995}"/>
              </a:ext>
            </a:extLst>
          </p:cNvPr>
          <p:cNvSpPr>
            <a:spLocks noGrp="1"/>
          </p:cNvSpPr>
          <p:nvPr/>
        </p:nvSpPr>
        <p:spPr>
          <a:xfrm>
            <a:off x="7143750" y="31051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F1B33D1A-AFF2-4727-82C1-B4D4E02C586B}"/>
              </a:ext>
            </a:extLst>
          </p:cNvPr>
          <p:cNvSpPr>
            <a:spLocks noGrp="1"/>
          </p:cNvSpPr>
          <p:nvPr/>
        </p:nvSpPr>
        <p:spPr>
          <a:xfrm>
            <a:off x="5600700" y="32670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741E7864-6839-4303-AB39-9D07A209643D}"/>
              </a:ext>
            </a:extLst>
          </p:cNvPr>
          <p:cNvSpPr>
            <a:spLocks noGrp="1"/>
          </p:cNvSpPr>
          <p:nvPr/>
        </p:nvSpPr>
        <p:spPr>
          <a:xfrm>
            <a:off x="5772150" y="32670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5CBB1BA3-8FBF-4BA0-A78F-DB0D41955663}"/>
              </a:ext>
            </a:extLst>
          </p:cNvPr>
          <p:cNvSpPr>
            <a:spLocks noGrp="1"/>
          </p:cNvSpPr>
          <p:nvPr/>
        </p:nvSpPr>
        <p:spPr>
          <a:xfrm>
            <a:off x="5943600" y="32670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4176DD25-B327-4D53-A034-3CEEE75C32F5}"/>
              </a:ext>
            </a:extLst>
          </p:cNvPr>
          <p:cNvSpPr>
            <a:spLocks noGrp="1"/>
          </p:cNvSpPr>
          <p:nvPr/>
        </p:nvSpPr>
        <p:spPr>
          <a:xfrm>
            <a:off x="6115050" y="32670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81E44A78-A791-4796-900D-E79F45CC963B}"/>
              </a:ext>
            </a:extLst>
          </p:cNvPr>
          <p:cNvSpPr>
            <a:spLocks noGrp="1"/>
          </p:cNvSpPr>
          <p:nvPr/>
        </p:nvSpPr>
        <p:spPr>
          <a:xfrm>
            <a:off x="6286500" y="32670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95622884-8728-4960-AE47-D4A7D80F9297}"/>
              </a:ext>
            </a:extLst>
          </p:cNvPr>
          <p:cNvSpPr>
            <a:spLocks noGrp="1"/>
          </p:cNvSpPr>
          <p:nvPr/>
        </p:nvSpPr>
        <p:spPr>
          <a:xfrm>
            <a:off x="6457950" y="32670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EC1816E0-932D-4936-A3AA-68A9BFF10DDA}"/>
              </a:ext>
            </a:extLst>
          </p:cNvPr>
          <p:cNvSpPr>
            <a:spLocks noGrp="1"/>
          </p:cNvSpPr>
          <p:nvPr/>
        </p:nvSpPr>
        <p:spPr>
          <a:xfrm>
            <a:off x="6629400" y="32670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B022828B-8938-4C57-97DC-9DC13AD5BC3D}"/>
              </a:ext>
            </a:extLst>
          </p:cNvPr>
          <p:cNvSpPr>
            <a:spLocks noGrp="1"/>
          </p:cNvSpPr>
          <p:nvPr/>
        </p:nvSpPr>
        <p:spPr>
          <a:xfrm>
            <a:off x="6800850" y="32670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18547BD-E5F0-46D0-B254-DFF98D949BE3}"/>
              </a:ext>
            </a:extLst>
          </p:cNvPr>
          <p:cNvSpPr>
            <a:spLocks noGrp="1"/>
          </p:cNvSpPr>
          <p:nvPr/>
        </p:nvSpPr>
        <p:spPr>
          <a:xfrm>
            <a:off x="6972300" y="32670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D0C95A57-550A-42D6-AB0A-312DA9806B81}"/>
              </a:ext>
            </a:extLst>
          </p:cNvPr>
          <p:cNvSpPr>
            <a:spLocks noGrp="1"/>
          </p:cNvSpPr>
          <p:nvPr/>
        </p:nvSpPr>
        <p:spPr>
          <a:xfrm>
            <a:off x="7143750" y="32670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98AE5F35-C52F-482C-A6CA-D6EDFAE107CF}"/>
              </a:ext>
            </a:extLst>
          </p:cNvPr>
          <p:cNvSpPr>
            <a:spLocks noGrp="1"/>
          </p:cNvSpPr>
          <p:nvPr/>
        </p:nvSpPr>
        <p:spPr>
          <a:xfrm>
            <a:off x="560070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788D0D73-2184-4C13-A080-CFB7EF32599C}"/>
              </a:ext>
            </a:extLst>
          </p:cNvPr>
          <p:cNvSpPr>
            <a:spLocks noGrp="1"/>
          </p:cNvSpPr>
          <p:nvPr/>
        </p:nvSpPr>
        <p:spPr>
          <a:xfrm>
            <a:off x="577215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36E9040E-4434-4A22-ACA4-6EF7A42784E6}"/>
              </a:ext>
            </a:extLst>
          </p:cNvPr>
          <p:cNvSpPr>
            <a:spLocks noGrp="1"/>
          </p:cNvSpPr>
          <p:nvPr/>
        </p:nvSpPr>
        <p:spPr>
          <a:xfrm>
            <a:off x="594360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A2928237-EAAD-42AE-9754-930D8EA1552A}"/>
              </a:ext>
            </a:extLst>
          </p:cNvPr>
          <p:cNvSpPr>
            <a:spLocks noGrp="1"/>
          </p:cNvSpPr>
          <p:nvPr/>
        </p:nvSpPr>
        <p:spPr>
          <a:xfrm>
            <a:off x="611505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B634D424-A5F3-469C-9F10-D9BC3EBD6E75}"/>
              </a:ext>
            </a:extLst>
          </p:cNvPr>
          <p:cNvSpPr>
            <a:spLocks noGrp="1"/>
          </p:cNvSpPr>
          <p:nvPr/>
        </p:nvSpPr>
        <p:spPr>
          <a:xfrm>
            <a:off x="628650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CA3D1C4-814D-4580-B347-EB3B7C73EC91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B6C2CEB-D744-46B4-98F6-39F38263327E}"/>
              </a:ext>
            </a:extLst>
          </p:cNvPr>
          <p:cNvSpPr>
            <a:spLocks noGrp="1"/>
          </p:cNvSpPr>
          <p:nvPr/>
        </p:nvSpPr>
        <p:spPr>
          <a:xfrm>
            <a:off x="662940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EE967801-6C58-4D34-8BBF-9B192D4AFBA1}"/>
              </a:ext>
            </a:extLst>
          </p:cNvPr>
          <p:cNvSpPr>
            <a:spLocks noGrp="1"/>
          </p:cNvSpPr>
          <p:nvPr/>
        </p:nvSpPr>
        <p:spPr>
          <a:xfrm>
            <a:off x="680085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78367175-F973-4310-803B-046B0074F525}"/>
              </a:ext>
            </a:extLst>
          </p:cNvPr>
          <p:cNvSpPr>
            <a:spLocks noGrp="1"/>
          </p:cNvSpPr>
          <p:nvPr/>
        </p:nvSpPr>
        <p:spPr>
          <a:xfrm>
            <a:off x="697230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A9158BAA-9F03-4BAA-9090-1426A9C87EF6}"/>
              </a:ext>
            </a:extLst>
          </p:cNvPr>
          <p:cNvSpPr>
            <a:spLocks noGrp="1"/>
          </p:cNvSpPr>
          <p:nvPr/>
        </p:nvSpPr>
        <p:spPr>
          <a:xfrm>
            <a:off x="7143750" y="34290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88CE442D-78F5-4CA7-B634-94656716FC8D}"/>
              </a:ext>
            </a:extLst>
          </p:cNvPr>
          <p:cNvSpPr>
            <a:spLocks noGrp="1"/>
          </p:cNvSpPr>
          <p:nvPr/>
        </p:nvSpPr>
        <p:spPr>
          <a:xfrm>
            <a:off x="5600700" y="35909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2231351F-0377-4648-8EDF-5EDE3F5B072E}"/>
              </a:ext>
            </a:extLst>
          </p:cNvPr>
          <p:cNvSpPr>
            <a:spLocks noGrp="1"/>
          </p:cNvSpPr>
          <p:nvPr/>
        </p:nvSpPr>
        <p:spPr>
          <a:xfrm>
            <a:off x="5772150" y="35909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F7CC9DF4-4752-4BED-B4C4-514127772689}"/>
              </a:ext>
            </a:extLst>
          </p:cNvPr>
          <p:cNvSpPr>
            <a:spLocks noGrp="1"/>
          </p:cNvSpPr>
          <p:nvPr/>
        </p:nvSpPr>
        <p:spPr>
          <a:xfrm>
            <a:off x="5943600" y="35909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9766A7BD-A867-4EE0-B53D-0F408968D7DA}"/>
              </a:ext>
            </a:extLst>
          </p:cNvPr>
          <p:cNvSpPr>
            <a:spLocks noGrp="1"/>
          </p:cNvSpPr>
          <p:nvPr/>
        </p:nvSpPr>
        <p:spPr>
          <a:xfrm>
            <a:off x="6115050" y="35909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01855874-FAFA-49F5-98DA-681654A9735A}"/>
              </a:ext>
            </a:extLst>
          </p:cNvPr>
          <p:cNvSpPr>
            <a:spLocks noGrp="1"/>
          </p:cNvSpPr>
          <p:nvPr/>
        </p:nvSpPr>
        <p:spPr>
          <a:xfrm>
            <a:off x="6286500" y="35909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65CAA43B-307E-4C4A-A443-F5CBECA3AD57}"/>
              </a:ext>
            </a:extLst>
          </p:cNvPr>
          <p:cNvSpPr>
            <a:spLocks noGrp="1"/>
          </p:cNvSpPr>
          <p:nvPr/>
        </p:nvSpPr>
        <p:spPr>
          <a:xfrm>
            <a:off x="6457950" y="35909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DA9A4B60-E430-4EEB-A53E-29DAAFA7AE09}"/>
              </a:ext>
            </a:extLst>
          </p:cNvPr>
          <p:cNvSpPr>
            <a:spLocks noGrp="1"/>
          </p:cNvSpPr>
          <p:nvPr/>
        </p:nvSpPr>
        <p:spPr>
          <a:xfrm>
            <a:off x="6629400" y="35909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77F5C25F-C0AB-4981-93CB-FA739C6EEDC6}"/>
              </a:ext>
            </a:extLst>
          </p:cNvPr>
          <p:cNvSpPr>
            <a:spLocks noGrp="1"/>
          </p:cNvSpPr>
          <p:nvPr/>
        </p:nvSpPr>
        <p:spPr>
          <a:xfrm>
            <a:off x="6800850" y="35909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EAE929E1-9FB7-4274-B204-5F2204EFE653}"/>
              </a:ext>
            </a:extLst>
          </p:cNvPr>
          <p:cNvSpPr>
            <a:spLocks noGrp="1"/>
          </p:cNvSpPr>
          <p:nvPr/>
        </p:nvSpPr>
        <p:spPr>
          <a:xfrm>
            <a:off x="6972300" y="35909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AB55CE44-8887-46BB-BE7B-82AC351B05A7}"/>
              </a:ext>
            </a:extLst>
          </p:cNvPr>
          <p:cNvSpPr>
            <a:spLocks noGrp="1"/>
          </p:cNvSpPr>
          <p:nvPr/>
        </p:nvSpPr>
        <p:spPr>
          <a:xfrm>
            <a:off x="7143750" y="35909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6F040335-FC07-4420-9572-2A49D3FE3B62}"/>
              </a:ext>
            </a:extLst>
          </p:cNvPr>
          <p:cNvSpPr>
            <a:spLocks noGrp="1"/>
          </p:cNvSpPr>
          <p:nvPr/>
        </p:nvSpPr>
        <p:spPr>
          <a:xfrm>
            <a:off x="5600700" y="37528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E2266192-F8FA-4CBA-B18F-92C2DA6325D7}"/>
              </a:ext>
            </a:extLst>
          </p:cNvPr>
          <p:cNvSpPr>
            <a:spLocks noGrp="1"/>
          </p:cNvSpPr>
          <p:nvPr/>
        </p:nvSpPr>
        <p:spPr>
          <a:xfrm>
            <a:off x="5772150" y="37528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A7BCD2AC-0F4D-4060-B649-700FCD00FA80}"/>
              </a:ext>
            </a:extLst>
          </p:cNvPr>
          <p:cNvSpPr>
            <a:spLocks noGrp="1"/>
          </p:cNvSpPr>
          <p:nvPr/>
        </p:nvSpPr>
        <p:spPr>
          <a:xfrm>
            <a:off x="5943600" y="37528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2C2C3E8B-A466-48C0-8110-5E17B328A13C}"/>
              </a:ext>
            </a:extLst>
          </p:cNvPr>
          <p:cNvSpPr>
            <a:spLocks noGrp="1"/>
          </p:cNvSpPr>
          <p:nvPr/>
        </p:nvSpPr>
        <p:spPr>
          <a:xfrm>
            <a:off x="6115050" y="37528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D333AB58-A644-41E4-9D9A-0FB47958E8FB}"/>
              </a:ext>
            </a:extLst>
          </p:cNvPr>
          <p:cNvSpPr>
            <a:spLocks noGrp="1"/>
          </p:cNvSpPr>
          <p:nvPr/>
        </p:nvSpPr>
        <p:spPr>
          <a:xfrm>
            <a:off x="6286500" y="37528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641DCC68-FB57-4A46-B282-FE07B97AB593}"/>
              </a:ext>
            </a:extLst>
          </p:cNvPr>
          <p:cNvSpPr>
            <a:spLocks noGrp="1"/>
          </p:cNvSpPr>
          <p:nvPr/>
        </p:nvSpPr>
        <p:spPr>
          <a:xfrm>
            <a:off x="6457950" y="37528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3A7F392F-E27F-4C49-BDEA-DE373561C822}"/>
              </a:ext>
            </a:extLst>
          </p:cNvPr>
          <p:cNvSpPr>
            <a:spLocks noGrp="1"/>
          </p:cNvSpPr>
          <p:nvPr/>
        </p:nvSpPr>
        <p:spPr>
          <a:xfrm>
            <a:off x="6629400" y="37528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966DA055-C970-4AC7-8AF3-02B010E7AB49}"/>
              </a:ext>
            </a:extLst>
          </p:cNvPr>
          <p:cNvSpPr>
            <a:spLocks noGrp="1"/>
          </p:cNvSpPr>
          <p:nvPr/>
        </p:nvSpPr>
        <p:spPr>
          <a:xfrm>
            <a:off x="6800850" y="37528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D07EAB1A-925C-4FB5-800D-8F36CDBE73AB}"/>
              </a:ext>
            </a:extLst>
          </p:cNvPr>
          <p:cNvSpPr>
            <a:spLocks noGrp="1"/>
          </p:cNvSpPr>
          <p:nvPr/>
        </p:nvSpPr>
        <p:spPr>
          <a:xfrm>
            <a:off x="6972300" y="37528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F6D5EE66-A179-4456-825B-BE2AAB4230FA}"/>
              </a:ext>
            </a:extLst>
          </p:cNvPr>
          <p:cNvSpPr>
            <a:spLocks noGrp="1"/>
          </p:cNvSpPr>
          <p:nvPr/>
        </p:nvSpPr>
        <p:spPr>
          <a:xfrm>
            <a:off x="7143750" y="37528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E5EB8B6-9FFA-485D-BFF0-2C66562BA3A1}"/>
              </a:ext>
            </a:extLst>
          </p:cNvPr>
          <p:cNvSpPr>
            <a:spLocks noGrp="1"/>
          </p:cNvSpPr>
          <p:nvPr/>
        </p:nvSpPr>
        <p:spPr>
          <a:xfrm>
            <a:off x="5600700" y="39147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E80848E4-C3BB-4B98-90AF-77D3FFBD39B8}"/>
              </a:ext>
            </a:extLst>
          </p:cNvPr>
          <p:cNvSpPr>
            <a:spLocks noGrp="1"/>
          </p:cNvSpPr>
          <p:nvPr/>
        </p:nvSpPr>
        <p:spPr>
          <a:xfrm>
            <a:off x="5772150" y="39147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8E41ECA2-6689-4115-8261-E2354BC13467}"/>
              </a:ext>
            </a:extLst>
          </p:cNvPr>
          <p:cNvSpPr>
            <a:spLocks noGrp="1"/>
          </p:cNvSpPr>
          <p:nvPr/>
        </p:nvSpPr>
        <p:spPr>
          <a:xfrm>
            <a:off x="5943600" y="39147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CF4ED060-5DA5-47FC-AAE1-BAA87F47B6D1}"/>
              </a:ext>
            </a:extLst>
          </p:cNvPr>
          <p:cNvSpPr>
            <a:spLocks noGrp="1"/>
          </p:cNvSpPr>
          <p:nvPr/>
        </p:nvSpPr>
        <p:spPr>
          <a:xfrm>
            <a:off x="6115050" y="39147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B0BC93BD-A2C1-43CE-82C0-FDD82721EE58}"/>
              </a:ext>
            </a:extLst>
          </p:cNvPr>
          <p:cNvSpPr>
            <a:spLocks noGrp="1"/>
          </p:cNvSpPr>
          <p:nvPr/>
        </p:nvSpPr>
        <p:spPr>
          <a:xfrm>
            <a:off x="6286500" y="39147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B58F33B6-7762-4119-BDA5-277879E5CEDE}"/>
              </a:ext>
            </a:extLst>
          </p:cNvPr>
          <p:cNvSpPr>
            <a:spLocks noGrp="1"/>
          </p:cNvSpPr>
          <p:nvPr/>
        </p:nvSpPr>
        <p:spPr>
          <a:xfrm>
            <a:off x="6457950" y="39147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345A92B3-78FF-4621-B995-342A1A29E3CA}"/>
              </a:ext>
            </a:extLst>
          </p:cNvPr>
          <p:cNvSpPr>
            <a:spLocks noGrp="1"/>
          </p:cNvSpPr>
          <p:nvPr/>
        </p:nvSpPr>
        <p:spPr>
          <a:xfrm>
            <a:off x="6629400" y="39147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C7EDB263-982A-480C-9050-563F18A2919E}"/>
              </a:ext>
            </a:extLst>
          </p:cNvPr>
          <p:cNvSpPr>
            <a:spLocks noGrp="1"/>
          </p:cNvSpPr>
          <p:nvPr/>
        </p:nvSpPr>
        <p:spPr>
          <a:xfrm>
            <a:off x="6800850" y="39147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88527D72-1A4D-4A1B-BCBC-302ACEA20550}"/>
              </a:ext>
            </a:extLst>
          </p:cNvPr>
          <p:cNvSpPr>
            <a:spLocks noGrp="1"/>
          </p:cNvSpPr>
          <p:nvPr/>
        </p:nvSpPr>
        <p:spPr>
          <a:xfrm>
            <a:off x="6972300" y="39147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622E4D74-E5ED-42C8-9A31-FE2438D1A546}"/>
              </a:ext>
            </a:extLst>
          </p:cNvPr>
          <p:cNvSpPr>
            <a:spLocks noGrp="1"/>
          </p:cNvSpPr>
          <p:nvPr/>
        </p:nvSpPr>
        <p:spPr>
          <a:xfrm>
            <a:off x="7143750" y="39147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9EF0C75E-1C84-4E81-BE37-0D16E7F3FD0C}"/>
              </a:ext>
            </a:extLst>
          </p:cNvPr>
          <p:cNvSpPr>
            <a:spLocks noGrp="1"/>
          </p:cNvSpPr>
          <p:nvPr/>
        </p:nvSpPr>
        <p:spPr>
          <a:xfrm>
            <a:off x="5600700" y="4076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0BA1F25-D154-41D7-BBBE-E09E60D72B0F}"/>
              </a:ext>
            </a:extLst>
          </p:cNvPr>
          <p:cNvSpPr>
            <a:spLocks noGrp="1"/>
          </p:cNvSpPr>
          <p:nvPr/>
        </p:nvSpPr>
        <p:spPr>
          <a:xfrm>
            <a:off x="5772150" y="4076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C216F0A5-0DEF-4853-8FC6-6E773B5D2AA3}"/>
              </a:ext>
            </a:extLst>
          </p:cNvPr>
          <p:cNvSpPr>
            <a:spLocks noGrp="1"/>
          </p:cNvSpPr>
          <p:nvPr/>
        </p:nvSpPr>
        <p:spPr>
          <a:xfrm>
            <a:off x="5943600" y="4076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776924FA-B25B-447A-9219-F1C02036F94C}"/>
              </a:ext>
            </a:extLst>
          </p:cNvPr>
          <p:cNvSpPr>
            <a:spLocks noGrp="1"/>
          </p:cNvSpPr>
          <p:nvPr/>
        </p:nvSpPr>
        <p:spPr>
          <a:xfrm>
            <a:off x="6115050" y="4076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41D18CC4-34D8-40D9-9D44-76DA26AC3A11}"/>
              </a:ext>
            </a:extLst>
          </p:cNvPr>
          <p:cNvSpPr>
            <a:spLocks noGrp="1"/>
          </p:cNvSpPr>
          <p:nvPr/>
        </p:nvSpPr>
        <p:spPr>
          <a:xfrm>
            <a:off x="6286500" y="4076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3025C8E2-2F22-4AA3-8A9A-44F9F812854B}"/>
              </a:ext>
            </a:extLst>
          </p:cNvPr>
          <p:cNvSpPr>
            <a:spLocks noGrp="1"/>
          </p:cNvSpPr>
          <p:nvPr/>
        </p:nvSpPr>
        <p:spPr>
          <a:xfrm>
            <a:off x="6457950" y="4076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8F3A6A87-B3FF-4993-99D1-B68E255F438A}"/>
              </a:ext>
            </a:extLst>
          </p:cNvPr>
          <p:cNvSpPr>
            <a:spLocks noGrp="1"/>
          </p:cNvSpPr>
          <p:nvPr/>
        </p:nvSpPr>
        <p:spPr>
          <a:xfrm>
            <a:off x="6629400" y="4076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F2F06DEE-CB43-4492-964C-2D62FF884421}"/>
              </a:ext>
            </a:extLst>
          </p:cNvPr>
          <p:cNvSpPr>
            <a:spLocks noGrp="1"/>
          </p:cNvSpPr>
          <p:nvPr/>
        </p:nvSpPr>
        <p:spPr>
          <a:xfrm>
            <a:off x="6800850" y="4076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1CB947F7-353B-49AE-8315-59503C471D57}"/>
              </a:ext>
            </a:extLst>
          </p:cNvPr>
          <p:cNvSpPr>
            <a:spLocks noGrp="1"/>
          </p:cNvSpPr>
          <p:nvPr/>
        </p:nvSpPr>
        <p:spPr>
          <a:xfrm>
            <a:off x="6972300" y="4076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DB9C67AD-496F-4A39-85C0-57D23DC5D833}"/>
              </a:ext>
            </a:extLst>
          </p:cNvPr>
          <p:cNvSpPr>
            <a:spLocks noGrp="1"/>
          </p:cNvSpPr>
          <p:nvPr/>
        </p:nvSpPr>
        <p:spPr>
          <a:xfrm>
            <a:off x="7143750" y="407670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D68A2F06-6993-45EF-80AF-C9B1CF24EA2A}"/>
              </a:ext>
            </a:extLst>
          </p:cNvPr>
          <p:cNvSpPr>
            <a:spLocks noGrp="1"/>
          </p:cNvSpPr>
          <p:nvPr/>
        </p:nvSpPr>
        <p:spPr>
          <a:xfrm>
            <a:off x="5600700" y="42386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DC46909B-313C-4AE6-B21C-D2DC6C5C919C}"/>
              </a:ext>
            </a:extLst>
          </p:cNvPr>
          <p:cNvSpPr>
            <a:spLocks noGrp="1"/>
          </p:cNvSpPr>
          <p:nvPr/>
        </p:nvSpPr>
        <p:spPr>
          <a:xfrm>
            <a:off x="5772150" y="42386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43470E68-58CE-4AC6-8184-CBC31B06843E}"/>
              </a:ext>
            </a:extLst>
          </p:cNvPr>
          <p:cNvSpPr>
            <a:spLocks noGrp="1"/>
          </p:cNvSpPr>
          <p:nvPr/>
        </p:nvSpPr>
        <p:spPr>
          <a:xfrm>
            <a:off x="5943600" y="42386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2A059E18-ECC5-4905-90E4-6122E31D37E7}"/>
              </a:ext>
            </a:extLst>
          </p:cNvPr>
          <p:cNvSpPr>
            <a:spLocks noGrp="1"/>
          </p:cNvSpPr>
          <p:nvPr/>
        </p:nvSpPr>
        <p:spPr>
          <a:xfrm>
            <a:off x="6115050" y="42386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BE101C67-FA5C-4C99-857A-5D28DDFF3197}"/>
              </a:ext>
            </a:extLst>
          </p:cNvPr>
          <p:cNvSpPr>
            <a:spLocks noGrp="1"/>
          </p:cNvSpPr>
          <p:nvPr/>
        </p:nvSpPr>
        <p:spPr>
          <a:xfrm>
            <a:off x="6286500" y="42386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29B34FB0-CD7E-49E0-989F-1A4D2745CF8B}"/>
              </a:ext>
            </a:extLst>
          </p:cNvPr>
          <p:cNvSpPr>
            <a:spLocks noGrp="1"/>
          </p:cNvSpPr>
          <p:nvPr/>
        </p:nvSpPr>
        <p:spPr>
          <a:xfrm>
            <a:off x="6457950" y="42386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B4B83F10-86AE-42EA-998E-4A90122741D6}"/>
              </a:ext>
            </a:extLst>
          </p:cNvPr>
          <p:cNvSpPr>
            <a:spLocks noGrp="1"/>
          </p:cNvSpPr>
          <p:nvPr/>
        </p:nvSpPr>
        <p:spPr>
          <a:xfrm>
            <a:off x="6629400" y="42386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F0F5029E-B9FC-4E02-88D8-6B74E83AA2A5}"/>
              </a:ext>
            </a:extLst>
          </p:cNvPr>
          <p:cNvSpPr>
            <a:spLocks noGrp="1"/>
          </p:cNvSpPr>
          <p:nvPr/>
        </p:nvSpPr>
        <p:spPr>
          <a:xfrm>
            <a:off x="6800850" y="42386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83856478-D67C-470C-BB11-D479EF217F2F}"/>
              </a:ext>
            </a:extLst>
          </p:cNvPr>
          <p:cNvSpPr>
            <a:spLocks noGrp="1"/>
          </p:cNvSpPr>
          <p:nvPr/>
        </p:nvSpPr>
        <p:spPr>
          <a:xfrm>
            <a:off x="6972300" y="42386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EC6A308E-C1E5-4FB2-92AE-76BC3148DA18}"/>
              </a:ext>
            </a:extLst>
          </p:cNvPr>
          <p:cNvSpPr>
            <a:spLocks noGrp="1"/>
          </p:cNvSpPr>
          <p:nvPr/>
        </p:nvSpPr>
        <p:spPr>
          <a:xfrm>
            <a:off x="7143750" y="423862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6431C9EC-8D04-406F-88B3-AFFC5FA8320D}"/>
              </a:ext>
            </a:extLst>
          </p:cNvPr>
          <p:cNvSpPr>
            <a:spLocks noGrp="1"/>
          </p:cNvSpPr>
          <p:nvPr/>
        </p:nvSpPr>
        <p:spPr>
          <a:xfrm>
            <a:off x="5600700" y="4400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78923FD7-BA61-4027-B658-4C93C5DA0067}"/>
              </a:ext>
            </a:extLst>
          </p:cNvPr>
          <p:cNvSpPr>
            <a:spLocks noGrp="1"/>
          </p:cNvSpPr>
          <p:nvPr/>
        </p:nvSpPr>
        <p:spPr>
          <a:xfrm>
            <a:off x="5772150" y="4400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26870DB9-7E61-4DD7-B03E-ACBC235D1A74}"/>
              </a:ext>
            </a:extLst>
          </p:cNvPr>
          <p:cNvSpPr>
            <a:spLocks noGrp="1"/>
          </p:cNvSpPr>
          <p:nvPr/>
        </p:nvSpPr>
        <p:spPr>
          <a:xfrm>
            <a:off x="5943600" y="4400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CF72244C-10C1-4A59-8002-7FE838BAC4CA}"/>
              </a:ext>
            </a:extLst>
          </p:cNvPr>
          <p:cNvSpPr>
            <a:spLocks noGrp="1"/>
          </p:cNvSpPr>
          <p:nvPr/>
        </p:nvSpPr>
        <p:spPr>
          <a:xfrm>
            <a:off x="6115050" y="4400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D2147FFB-0A78-4640-82C7-C4156D051A74}"/>
              </a:ext>
            </a:extLst>
          </p:cNvPr>
          <p:cNvSpPr>
            <a:spLocks noGrp="1"/>
          </p:cNvSpPr>
          <p:nvPr/>
        </p:nvSpPr>
        <p:spPr>
          <a:xfrm>
            <a:off x="6286500" y="4400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3A4D2E7B-675E-4F81-8441-7CBB2CF2C7CA}"/>
              </a:ext>
            </a:extLst>
          </p:cNvPr>
          <p:cNvSpPr>
            <a:spLocks noGrp="1"/>
          </p:cNvSpPr>
          <p:nvPr/>
        </p:nvSpPr>
        <p:spPr>
          <a:xfrm>
            <a:off x="6457950" y="4400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216C818B-6105-409D-91DB-34D2D1CEAC33}"/>
              </a:ext>
            </a:extLst>
          </p:cNvPr>
          <p:cNvSpPr>
            <a:spLocks noGrp="1"/>
          </p:cNvSpPr>
          <p:nvPr/>
        </p:nvSpPr>
        <p:spPr>
          <a:xfrm>
            <a:off x="6629400" y="4400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F362E36E-9945-4255-8BEC-805212EC7F4B}"/>
              </a:ext>
            </a:extLst>
          </p:cNvPr>
          <p:cNvSpPr>
            <a:spLocks noGrp="1"/>
          </p:cNvSpPr>
          <p:nvPr/>
        </p:nvSpPr>
        <p:spPr>
          <a:xfrm>
            <a:off x="6800850" y="4400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1FF2168A-6D45-409D-88C3-DAE4C0DBE2DE}"/>
              </a:ext>
            </a:extLst>
          </p:cNvPr>
          <p:cNvSpPr>
            <a:spLocks noGrp="1"/>
          </p:cNvSpPr>
          <p:nvPr/>
        </p:nvSpPr>
        <p:spPr>
          <a:xfrm>
            <a:off x="6972300" y="4400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타원 142">
            <a:extLst>
              <a:ext uri="{FF2B5EF4-FFF2-40B4-BE49-F238E27FC236}">
                <a16:creationId xmlns:a16="http://schemas.microsoft.com/office/drawing/2014/main" id="{D154345F-B920-4273-BBA0-A1EF9A3D2118}"/>
              </a:ext>
            </a:extLst>
          </p:cNvPr>
          <p:cNvSpPr>
            <a:spLocks noGrp="1"/>
          </p:cNvSpPr>
          <p:nvPr/>
        </p:nvSpPr>
        <p:spPr>
          <a:xfrm>
            <a:off x="7143750" y="4400550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0505B73A-D665-40BC-9F86-D954ABBEECED}"/>
              </a:ext>
            </a:extLst>
          </p:cNvPr>
          <p:cNvSpPr>
            <a:spLocks noGrp="1"/>
          </p:cNvSpPr>
          <p:nvPr/>
        </p:nvSpPr>
        <p:spPr>
          <a:xfrm>
            <a:off x="5600700" y="45624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EFAFBB72-33BF-4D24-A94F-CFF2856820EB}"/>
              </a:ext>
            </a:extLst>
          </p:cNvPr>
          <p:cNvSpPr>
            <a:spLocks noGrp="1"/>
          </p:cNvSpPr>
          <p:nvPr/>
        </p:nvSpPr>
        <p:spPr>
          <a:xfrm>
            <a:off x="5772150" y="45624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855F4F48-0C0A-4A94-8370-7D5218E044C9}"/>
              </a:ext>
            </a:extLst>
          </p:cNvPr>
          <p:cNvSpPr>
            <a:spLocks noGrp="1"/>
          </p:cNvSpPr>
          <p:nvPr/>
        </p:nvSpPr>
        <p:spPr>
          <a:xfrm>
            <a:off x="5943600" y="45624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A1A47442-1D74-4885-A7EE-32A0A9282962}"/>
              </a:ext>
            </a:extLst>
          </p:cNvPr>
          <p:cNvSpPr>
            <a:spLocks noGrp="1"/>
          </p:cNvSpPr>
          <p:nvPr/>
        </p:nvSpPr>
        <p:spPr>
          <a:xfrm>
            <a:off x="6115050" y="4562475"/>
            <a:ext cx="95250" cy="95250"/>
          </a:xfrm>
          <a:prstGeom prst="ellips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C4A03D66-9ACA-4D7F-B469-2D008928E9C0}"/>
              </a:ext>
            </a:extLst>
          </p:cNvPr>
          <p:cNvSpPr>
            <a:spLocks noGrp="1"/>
          </p:cNvSpPr>
          <p:nvPr/>
        </p:nvSpPr>
        <p:spPr>
          <a:xfrm>
            <a:off x="6286500" y="4562475"/>
            <a:ext cx="95250" cy="95250"/>
          </a:xfrm>
          <a:prstGeom prst="ellipse">
            <a:avLst/>
          </a:prstGeom>
          <a:solidFill>
            <a:srgbClr val="D6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ABA3B352-846A-4AFE-8D92-5C2FF67E58C4}"/>
              </a:ext>
            </a:extLst>
          </p:cNvPr>
          <p:cNvSpPr>
            <a:spLocks noGrp="1"/>
          </p:cNvSpPr>
          <p:nvPr/>
        </p:nvSpPr>
        <p:spPr>
          <a:xfrm>
            <a:off x="6457950" y="4562475"/>
            <a:ext cx="95250" cy="95250"/>
          </a:xfrm>
          <a:prstGeom prst="ellipse">
            <a:avLst/>
          </a:prstGeom>
          <a:solidFill>
            <a:srgbClr val="D6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83E92512-01F9-41D9-912E-C405542F3E05}"/>
              </a:ext>
            </a:extLst>
          </p:cNvPr>
          <p:cNvSpPr>
            <a:spLocks noGrp="1"/>
          </p:cNvSpPr>
          <p:nvPr/>
        </p:nvSpPr>
        <p:spPr>
          <a:xfrm>
            <a:off x="6629400" y="4562475"/>
            <a:ext cx="95250" cy="95250"/>
          </a:xfrm>
          <a:prstGeom prst="ellipse">
            <a:avLst/>
          </a:prstGeom>
          <a:solidFill>
            <a:srgbClr val="D6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1" name="타원 150">
            <a:extLst>
              <a:ext uri="{FF2B5EF4-FFF2-40B4-BE49-F238E27FC236}">
                <a16:creationId xmlns:a16="http://schemas.microsoft.com/office/drawing/2014/main" id="{938FBB06-E03A-48D3-8E23-FC30CF33A8B1}"/>
              </a:ext>
            </a:extLst>
          </p:cNvPr>
          <p:cNvSpPr>
            <a:spLocks noGrp="1"/>
          </p:cNvSpPr>
          <p:nvPr/>
        </p:nvSpPr>
        <p:spPr>
          <a:xfrm>
            <a:off x="6800850" y="4562475"/>
            <a:ext cx="95250" cy="95250"/>
          </a:xfrm>
          <a:prstGeom prst="ellipse">
            <a:avLst/>
          </a:prstGeom>
          <a:solidFill>
            <a:srgbClr val="D6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723B1F10-6F82-43EE-87E4-8A20F75A4DDB}"/>
              </a:ext>
            </a:extLst>
          </p:cNvPr>
          <p:cNvSpPr>
            <a:spLocks noGrp="1"/>
          </p:cNvSpPr>
          <p:nvPr/>
        </p:nvSpPr>
        <p:spPr>
          <a:xfrm>
            <a:off x="6972300" y="4562475"/>
            <a:ext cx="95250" cy="95250"/>
          </a:xfrm>
          <a:prstGeom prst="ellipse">
            <a:avLst/>
          </a:prstGeom>
          <a:solidFill>
            <a:srgbClr val="D6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69054E7E-1B4F-401E-A7AF-5740E529D73D}"/>
              </a:ext>
            </a:extLst>
          </p:cNvPr>
          <p:cNvSpPr>
            <a:spLocks noGrp="1"/>
          </p:cNvSpPr>
          <p:nvPr/>
        </p:nvSpPr>
        <p:spPr>
          <a:xfrm>
            <a:off x="7143750" y="4562475"/>
            <a:ext cx="95250" cy="95250"/>
          </a:xfrm>
          <a:prstGeom prst="ellipse">
            <a:avLst/>
          </a:prstGeom>
          <a:solidFill>
            <a:srgbClr val="D6CD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BE211B57-D583-45F0-A11A-EC00F9E9B9D0}"/>
              </a:ext>
            </a:extLst>
          </p:cNvPr>
          <p:cNvSpPr>
            <a:spLocks noGrp="1"/>
          </p:cNvSpPr>
          <p:nvPr/>
        </p:nvSpPr>
        <p:spPr>
          <a:xfrm>
            <a:off x="5562600" y="487680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스마트폰은 기록 장치를</a:t>
            </a:r>
          </a:p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항상 손에 쥐게 만들었습니다.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7BD176F7-8B60-44DE-9E86-C4E7789452C1}"/>
              </a:ext>
            </a:extLst>
          </p:cNvPr>
          <p:cNvSpPr>
            <a:spLocks noGrp="1"/>
          </p:cNvSpPr>
          <p:nvPr/>
        </p:nvSpPr>
        <p:spPr>
          <a:xfrm>
            <a:off x="8439150" y="1733550"/>
            <a:ext cx="2952750" cy="37147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A8B6E84F-9F87-451D-8354-C62A5B789609}"/>
              </a:ext>
            </a:extLst>
          </p:cNvPr>
          <p:cNvSpPr>
            <a:spLocks noGrp="1"/>
          </p:cNvSpPr>
          <p:nvPr/>
        </p:nvSpPr>
        <p:spPr>
          <a:xfrm>
            <a:off x="8362950" y="1657350"/>
            <a:ext cx="29527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E09ACD54-375E-4B27-8338-A6BAD4DE49B2}"/>
              </a:ext>
            </a:extLst>
          </p:cNvPr>
          <p:cNvSpPr>
            <a:spLocks noGrp="1"/>
          </p:cNvSpPr>
          <p:nvPr/>
        </p:nvSpPr>
        <p:spPr>
          <a:xfrm>
            <a:off x="8648700" y="19431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676070"/>
                </a:solidFill>
                <a:latin typeface="Aptos Mono"/>
                <a:ea typeface="Aptos Mono"/>
                <a:cs typeface="Aptos Mono"/>
              </a:defRPr>
            </a:pPr>
            <a:r>
              <a:rPr sz="788" b="1">
                <a:solidFill>
                  <a:srgbClr val="676070"/>
                </a:solidFill>
                <a:latin typeface="Aptos Mono"/>
                <a:ea typeface="Aptos Mono"/>
                <a:cs typeface="Aptos Mono"/>
              </a:rPr>
              <a:t>CORE QUESTION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19C50670-A24F-48F3-A1CD-D3F7CB488A45}"/>
              </a:ext>
            </a:extLst>
          </p:cNvPr>
          <p:cNvSpPr>
            <a:spLocks noGrp="1"/>
          </p:cNvSpPr>
          <p:nvPr/>
        </p:nvSpPr>
        <p:spPr>
          <a:xfrm>
            <a:off x="8648700" y="2381250"/>
            <a:ext cx="21907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dirty="0" err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사진이</a:t>
            </a:r>
            <a:r>
              <a:rPr sz="1875" b="1" dirty="0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많아질수록</a:t>
            </a:r>
            <a:endParaRPr sz="1875" b="1" dirty="0">
              <a:solidFill>
                <a:srgbClr val="2F0B43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8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dirty="0" err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기억은</a:t>
            </a:r>
            <a:r>
              <a:rPr sz="1875" b="1" dirty="0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더</a:t>
            </a:r>
            <a:r>
              <a:rPr sz="1875" b="1" dirty="0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찾기</a:t>
            </a:r>
            <a:r>
              <a:rPr sz="1875" b="1" dirty="0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875" b="1" dirty="0" err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어려워집니다</a:t>
            </a:r>
            <a:r>
              <a:rPr sz="1875" b="1" dirty="0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ADAF24DB-9A08-4117-A8D8-C611D50FF43A}"/>
              </a:ext>
            </a:extLst>
          </p:cNvPr>
          <p:cNvSpPr>
            <a:spLocks noGrp="1"/>
          </p:cNvSpPr>
          <p:nvPr/>
        </p:nvSpPr>
        <p:spPr>
          <a:xfrm>
            <a:off x="8648700" y="3562350"/>
            <a:ext cx="209550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54266C2F-145A-4A4B-8F42-D539455C8869}"/>
              </a:ext>
            </a:extLst>
          </p:cNvPr>
          <p:cNvSpPr>
            <a:spLocks noGrp="1"/>
          </p:cNvSpPr>
          <p:nvPr/>
        </p:nvSpPr>
        <p:spPr>
          <a:xfrm>
            <a:off x="8648700" y="3943350"/>
            <a:ext cx="2095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양의</a:t>
            </a:r>
            <a:r>
              <a:rPr sz="135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문제에서</a:t>
            </a:r>
            <a:endParaRPr sz="1350" b="1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구조의</a:t>
            </a:r>
            <a:r>
              <a:rPr sz="135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문제로</a:t>
            </a:r>
            <a:r>
              <a:rPr sz="135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35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전환</a:t>
            </a:r>
            <a:endParaRPr sz="1350" b="1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D06C478B-2033-418F-A2B5-D82AAECD9DBC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717ED68C-3191-43A9-89B8-1362613F6D09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B7EC51B9-89BE-418C-B76C-5984043AC78C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4691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직사각형 61">
            <a:extLst>
              <a:ext uri="{FF2B5EF4-FFF2-40B4-BE49-F238E27FC236}">
                <a16:creationId xmlns:a16="http://schemas.microsoft.com/office/drawing/2014/main" id="{DC5F3BC9-F7DF-42FA-823B-C4425EE5FC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A4DE6F-9821-4952-8CC5-43422CB259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79F12E-5B45-43C8-8D57-3E7096F1E929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B28A8D-1B10-451A-AA5E-FA688BD2B6AB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C93EC1-F659-4C09-AA83-C32F6AF87AAD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028097-D348-4172-9032-034827894025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DD9A12-1706-4D70-9B3F-C9D63BA1A9F9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846594-59E4-457B-A458-221A1FA1E8D6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5D84743-D608-41C5-961B-7BFE998FC5F5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724FE2-E77D-47AC-B7FE-3F505CBF1AAF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12326E-20E3-4123-B7ED-BFC4B90DC451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019172-A517-412D-BD3B-9486ECB96763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34E5F1-9D86-4039-9755-28C6EC69C6A3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26DBDA-18C3-4C09-8A30-110D99B4A7BC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D7D2FE5-BB82-4C19-8C14-5C7A9AC7C40C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B3AEED4-B550-4B81-B158-306BEF4FB622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F4DA582-B14D-4FE5-AA44-61E78172B5CD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7E9B60-2F52-43DB-BC8A-0F9CD69D8AA4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0BC3F2B-D693-430E-BEE1-4957072D6290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F115236-21E4-4C8C-8F47-CA386FF5503B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2B14C48-9C3B-49D3-8B97-89EDD294E41C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848E21-F709-4B52-AFED-752214CACB8E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QUESTION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629F2EB-5A4E-423A-A49D-416AC122B08F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MEMORY GAP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2768918-D5F1-4695-A7F0-5E492DD1B3C6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사진은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있습니다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.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그런데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원하는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기억을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찾을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수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있나요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?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E1A9DA3-120B-4967-909F-0E1D913B41A4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5450239-F942-4A65-A2A5-4ED11672C28A}"/>
              </a:ext>
            </a:extLst>
          </p:cNvPr>
          <p:cNvSpPr>
            <a:spLocks noGrp="1"/>
          </p:cNvSpPr>
          <p:nvPr/>
        </p:nvSpPr>
        <p:spPr>
          <a:xfrm>
            <a:off x="1219200" y="1695450"/>
            <a:ext cx="9525000" cy="39052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4B8D98-CAD0-421C-8B63-F1C07A0923CD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52500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BB8A8BC-C520-4316-8DD2-04B94A703EF6}"/>
              </a:ext>
            </a:extLst>
          </p:cNvPr>
          <p:cNvSpPr>
            <a:spLocks noGrp="1"/>
          </p:cNvSpPr>
          <p:nvPr/>
        </p:nvSpPr>
        <p:spPr>
          <a:xfrm>
            <a:off x="1543050" y="2000250"/>
            <a:ext cx="438150" cy="438150"/>
          </a:xfrm>
          <a:prstGeom prst="rect">
            <a:avLst/>
          </a:prstGeom>
          <a:solidFill>
            <a:srgbClr val="ECE5FF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8A0857F-B67B-44CA-A1C2-8D916C0C10E6}"/>
              </a:ext>
            </a:extLst>
          </p:cNvPr>
          <p:cNvSpPr>
            <a:spLocks noGrp="1"/>
          </p:cNvSpPr>
          <p:nvPr/>
        </p:nvSpPr>
        <p:spPr>
          <a:xfrm>
            <a:off x="2362200" y="2000250"/>
            <a:ext cx="438150" cy="438150"/>
          </a:xfrm>
          <a:prstGeom prst="rect">
            <a:avLst/>
          </a:prstGeom>
          <a:solidFill>
            <a:srgbClr val="EAE1D3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8159AFD-067B-40BB-B8B8-3C1088138C28}"/>
              </a:ext>
            </a:extLst>
          </p:cNvPr>
          <p:cNvSpPr>
            <a:spLocks noGrp="1"/>
          </p:cNvSpPr>
          <p:nvPr/>
        </p:nvSpPr>
        <p:spPr>
          <a:xfrm>
            <a:off x="3181350" y="2000250"/>
            <a:ext cx="438150" cy="438150"/>
          </a:xfrm>
          <a:prstGeom prst="rect">
            <a:avLst/>
          </a:prstGeom>
          <a:solidFill>
            <a:srgbClr val="EAE1D3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3019CF4-9BC6-40B8-9AEA-ABE568BE01D2}"/>
              </a:ext>
            </a:extLst>
          </p:cNvPr>
          <p:cNvSpPr>
            <a:spLocks noGrp="1"/>
          </p:cNvSpPr>
          <p:nvPr/>
        </p:nvSpPr>
        <p:spPr>
          <a:xfrm>
            <a:off x="4000500" y="2000250"/>
            <a:ext cx="438150" cy="438150"/>
          </a:xfrm>
          <a:prstGeom prst="rect">
            <a:avLst/>
          </a:prstGeom>
          <a:solidFill>
            <a:srgbClr val="ECE5FF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7E07006-436C-42AA-881A-E253F8A04283}"/>
              </a:ext>
            </a:extLst>
          </p:cNvPr>
          <p:cNvSpPr>
            <a:spLocks noGrp="1"/>
          </p:cNvSpPr>
          <p:nvPr/>
        </p:nvSpPr>
        <p:spPr>
          <a:xfrm>
            <a:off x="4819650" y="2000250"/>
            <a:ext cx="438150" cy="438150"/>
          </a:xfrm>
          <a:prstGeom prst="rect">
            <a:avLst/>
          </a:prstGeom>
          <a:solidFill>
            <a:srgbClr val="EAE1D3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9E6A632-F651-4FCA-AE3A-4AB42D731E74}"/>
              </a:ext>
            </a:extLst>
          </p:cNvPr>
          <p:cNvSpPr>
            <a:spLocks noGrp="1"/>
          </p:cNvSpPr>
          <p:nvPr/>
        </p:nvSpPr>
        <p:spPr>
          <a:xfrm>
            <a:off x="5638800" y="2000250"/>
            <a:ext cx="438150" cy="438150"/>
          </a:xfrm>
          <a:prstGeom prst="rect">
            <a:avLst/>
          </a:prstGeom>
          <a:solidFill>
            <a:srgbClr val="EAE1D3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7CE8FC9-BD44-46AB-B5E0-20D673DC77B8}"/>
              </a:ext>
            </a:extLst>
          </p:cNvPr>
          <p:cNvSpPr>
            <a:spLocks noGrp="1"/>
          </p:cNvSpPr>
          <p:nvPr/>
        </p:nvSpPr>
        <p:spPr>
          <a:xfrm>
            <a:off x="6457950" y="2000250"/>
            <a:ext cx="438150" cy="438150"/>
          </a:xfrm>
          <a:prstGeom prst="rect">
            <a:avLst/>
          </a:prstGeom>
          <a:solidFill>
            <a:srgbClr val="ECE5FF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E223BC8-F962-4774-975D-B0B0299F62CD}"/>
              </a:ext>
            </a:extLst>
          </p:cNvPr>
          <p:cNvSpPr>
            <a:spLocks noGrp="1"/>
          </p:cNvSpPr>
          <p:nvPr/>
        </p:nvSpPr>
        <p:spPr>
          <a:xfrm>
            <a:off x="7277100" y="2000250"/>
            <a:ext cx="438150" cy="438150"/>
          </a:xfrm>
          <a:prstGeom prst="rect">
            <a:avLst/>
          </a:prstGeom>
          <a:solidFill>
            <a:srgbClr val="EAE1D3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B84062A-1693-4DE4-8E70-C4D53BAC886E}"/>
              </a:ext>
            </a:extLst>
          </p:cNvPr>
          <p:cNvSpPr>
            <a:spLocks noGrp="1"/>
          </p:cNvSpPr>
          <p:nvPr/>
        </p:nvSpPr>
        <p:spPr>
          <a:xfrm>
            <a:off x="1543050" y="2590800"/>
            <a:ext cx="438150" cy="438150"/>
          </a:xfrm>
          <a:prstGeom prst="rect">
            <a:avLst/>
          </a:prstGeom>
          <a:solidFill>
            <a:srgbClr val="EAE1D3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A97B363-67D0-4EAE-AE53-0277C01B874A}"/>
              </a:ext>
            </a:extLst>
          </p:cNvPr>
          <p:cNvSpPr>
            <a:spLocks noGrp="1"/>
          </p:cNvSpPr>
          <p:nvPr/>
        </p:nvSpPr>
        <p:spPr>
          <a:xfrm>
            <a:off x="2362200" y="2590800"/>
            <a:ext cx="438150" cy="438150"/>
          </a:xfrm>
          <a:prstGeom prst="rect">
            <a:avLst/>
          </a:prstGeom>
          <a:solidFill>
            <a:srgbClr val="ECE5FF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713AD31-5BA6-4747-AFB7-5CC8DB5E2A7D}"/>
              </a:ext>
            </a:extLst>
          </p:cNvPr>
          <p:cNvSpPr>
            <a:spLocks noGrp="1"/>
          </p:cNvSpPr>
          <p:nvPr/>
        </p:nvSpPr>
        <p:spPr>
          <a:xfrm>
            <a:off x="3181350" y="2590800"/>
            <a:ext cx="438150" cy="438150"/>
          </a:xfrm>
          <a:prstGeom prst="rect">
            <a:avLst/>
          </a:prstGeom>
          <a:solidFill>
            <a:srgbClr val="EAE1D3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C0CCD56-F1A4-4B03-B17D-0ECE5B68D400}"/>
              </a:ext>
            </a:extLst>
          </p:cNvPr>
          <p:cNvSpPr>
            <a:spLocks noGrp="1"/>
          </p:cNvSpPr>
          <p:nvPr/>
        </p:nvSpPr>
        <p:spPr>
          <a:xfrm>
            <a:off x="4000500" y="2590800"/>
            <a:ext cx="438150" cy="438150"/>
          </a:xfrm>
          <a:prstGeom prst="rect">
            <a:avLst/>
          </a:prstGeom>
          <a:solidFill>
            <a:srgbClr val="EAE1D3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0EA4B41-124A-4D3A-ADD3-EAF2E9342F25}"/>
              </a:ext>
            </a:extLst>
          </p:cNvPr>
          <p:cNvSpPr>
            <a:spLocks noGrp="1"/>
          </p:cNvSpPr>
          <p:nvPr/>
        </p:nvSpPr>
        <p:spPr>
          <a:xfrm>
            <a:off x="4819650" y="2590800"/>
            <a:ext cx="438150" cy="438150"/>
          </a:xfrm>
          <a:prstGeom prst="rect">
            <a:avLst/>
          </a:prstGeom>
          <a:solidFill>
            <a:srgbClr val="ECE5FF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1B44621-5E3B-466E-A209-B6EF4BAA0EE1}"/>
              </a:ext>
            </a:extLst>
          </p:cNvPr>
          <p:cNvSpPr>
            <a:spLocks noGrp="1"/>
          </p:cNvSpPr>
          <p:nvPr/>
        </p:nvSpPr>
        <p:spPr>
          <a:xfrm>
            <a:off x="5638800" y="2590800"/>
            <a:ext cx="438150" cy="438150"/>
          </a:xfrm>
          <a:prstGeom prst="rect">
            <a:avLst/>
          </a:prstGeom>
          <a:solidFill>
            <a:srgbClr val="EAE1D3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F154F2B-95DF-4366-8961-43C2DE90F685}"/>
              </a:ext>
            </a:extLst>
          </p:cNvPr>
          <p:cNvSpPr>
            <a:spLocks noGrp="1"/>
          </p:cNvSpPr>
          <p:nvPr/>
        </p:nvSpPr>
        <p:spPr>
          <a:xfrm>
            <a:off x="6457950" y="2590800"/>
            <a:ext cx="438150" cy="438150"/>
          </a:xfrm>
          <a:prstGeom prst="rect">
            <a:avLst/>
          </a:prstGeom>
          <a:solidFill>
            <a:srgbClr val="EAE1D3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A123ED9-2B85-43EB-A6FD-0B40CDE583B4}"/>
              </a:ext>
            </a:extLst>
          </p:cNvPr>
          <p:cNvSpPr>
            <a:spLocks noGrp="1"/>
          </p:cNvSpPr>
          <p:nvPr/>
        </p:nvSpPr>
        <p:spPr>
          <a:xfrm>
            <a:off x="7277100" y="2590800"/>
            <a:ext cx="438150" cy="438150"/>
          </a:xfrm>
          <a:prstGeom prst="rect">
            <a:avLst/>
          </a:prstGeom>
          <a:solidFill>
            <a:srgbClr val="ECE5FF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A7C30E2-5B54-4EC5-A63A-77ACA9F4B32D}"/>
              </a:ext>
            </a:extLst>
          </p:cNvPr>
          <p:cNvSpPr>
            <a:spLocks noGrp="1"/>
          </p:cNvSpPr>
          <p:nvPr/>
        </p:nvSpPr>
        <p:spPr>
          <a:xfrm>
            <a:off x="1905000" y="3733800"/>
            <a:ext cx="6286500" cy="1905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FF2E35DD-229D-438C-A444-DEBCCA551CF2}"/>
              </a:ext>
            </a:extLst>
          </p:cNvPr>
          <p:cNvSpPr>
            <a:spLocks noGrp="1"/>
          </p:cNvSpPr>
          <p:nvPr/>
        </p:nvSpPr>
        <p:spPr>
          <a:xfrm>
            <a:off x="6972300" y="2038350"/>
            <a:ext cx="2343150" cy="2343150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5F2E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DA8F940-B4C1-479A-AB55-409B1FBF27E4}"/>
              </a:ext>
            </a:extLst>
          </p:cNvPr>
          <p:cNvSpPr>
            <a:spLocks noGrp="1"/>
          </p:cNvSpPr>
          <p:nvPr/>
        </p:nvSpPr>
        <p:spPr>
          <a:xfrm>
            <a:off x="8801100" y="3962400"/>
            <a:ext cx="1181100" cy="762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8230FE5-EF38-48C1-B7A8-6F60E3A626F9}"/>
              </a:ext>
            </a:extLst>
          </p:cNvPr>
          <p:cNvSpPr>
            <a:spLocks noGrp="1"/>
          </p:cNvSpPr>
          <p:nvPr/>
        </p:nvSpPr>
        <p:spPr>
          <a:xfrm>
            <a:off x="1638300" y="330353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여러분은</a:t>
            </a:r>
            <a:r>
              <a:rPr sz="2925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925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작년</a:t>
            </a:r>
            <a:r>
              <a:rPr sz="2925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925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이맘때</a:t>
            </a:r>
            <a:endParaRPr sz="2925" b="1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2678FE3-B759-4E1E-AA05-4116CD314FEC}"/>
              </a:ext>
            </a:extLst>
          </p:cNvPr>
          <p:cNvSpPr>
            <a:spLocks noGrp="1"/>
          </p:cNvSpPr>
          <p:nvPr/>
        </p:nvSpPr>
        <p:spPr>
          <a:xfrm>
            <a:off x="2102168" y="3854768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누구와</a:t>
            </a:r>
            <a:r>
              <a:rPr sz="2925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925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어디</a:t>
            </a:r>
            <a:r>
              <a:rPr sz="2925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925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있었나요</a:t>
            </a:r>
            <a:r>
              <a:rPr sz="2925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?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B370B26-968F-4064-9F92-9C6C5A8C30E1}"/>
              </a:ext>
            </a:extLst>
          </p:cNvPr>
          <p:cNvSpPr>
            <a:spLocks noGrp="1"/>
          </p:cNvSpPr>
          <p:nvPr/>
        </p:nvSpPr>
        <p:spPr>
          <a:xfrm>
            <a:off x="8020050" y="2133600"/>
            <a:ext cx="1504950" cy="55245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6F4A7C9-3474-43EA-883E-F5840C852EFE}"/>
              </a:ext>
            </a:extLst>
          </p:cNvPr>
          <p:cNvSpPr>
            <a:spLocks noGrp="1"/>
          </p:cNvSpPr>
          <p:nvPr/>
        </p:nvSpPr>
        <p:spPr>
          <a:xfrm>
            <a:off x="8191500" y="2219325"/>
            <a:ext cx="1162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lang="en-US" altLang="ko-KR" sz="713" b="1" dirty="0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10years ago</a:t>
            </a:r>
            <a:endParaRPr sz="713" b="1" dirty="0">
              <a:solidFill>
                <a:srgbClr val="CFC2FF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31AAD56-5A52-499E-96CF-38F763F2689B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1162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altLang="ko-KR"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  <a:r>
              <a:rPr lang="ko-KR" altLang="en-US"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년 전</a:t>
            </a:r>
            <a:endParaRPr sz="1125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1182D18-B216-4C70-AB5D-221C02713E6D}"/>
              </a:ext>
            </a:extLst>
          </p:cNvPr>
          <p:cNvSpPr>
            <a:spLocks noGrp="1"/>
          </p:cNvSpPr>
          <p:nvPr/>
        </p:nvSpPr>
        <p:spPr>
          <a:xfrm>
            <a:off x="9124950" y="3429000"/>
            <a:ext cx="1504950" cy="55245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E0B71E0-9816-45B6-90D9-04347FFD9894}"/>
              </a:ext>
            </a:extLst>
          </p:cNvPr>
          <p:cNvSpPr>
            <a:spLocks noGrp="1"/>
          </p:cNvSpPr>
          <p:nvPr/>
        </p:nvSpPr>
        <p:spPr>
          <a:xfrm>
            <a:off x="9296400" y="3514725"/>
            <a:ext cx="1162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lang="en-US" sz="713" b="1" dirty="0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5 years ago</a:t>
            </a:r>
            <a:endParaRPr sz="713" b="1" dirty="0">
              <a:solidFill>
                <a:srgbClr val="CFC2FF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8F68C93-61C5-431A-8E49-89A19390E988}"/>
              </a:ext>
            </a:extLst>
          </p:cNvPr>
          <p:cNvSpPr>
            <a:spLocks noGrp="1"/>
          </p:cNvSpPr>
          <p:nvPr/>
        </p:nvSpPr>
        <p:spPr>
          <a:xfrm>
            <a:off x="9296400" y="3695700"/>
            <a:ext cx="1162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altLang="ko-KR"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  <a:r>
              <a:rPr lang="ko-KR" altLang="en-US"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년 전</a:t>
            </a:r>
            <a:endParaRPr sz="1125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D71C6D4-3B6E-4E4A-95A4-C2D3E1B2BEEC}"/>
              </a:ext>
            </a:extLst>
          </p:cNvPr>
          <p:cNvSpPr>
            <a:spLocks noGrp="1"/>
          </p:cNvSpPr>
          <p:nvPr/>
        </p:nvSpPr>
        <p:spPr>
          <a:xfrm>
            <a:off x="6477000" y="4438650"/>
            <a:ext cx="1695450" cy="55245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8B1D94D-26BC-4E85-B45B-2557C2ABFA2C}"/>
              </a:ext>
            </a:extLst>
          </p:cNvPr>
          <p:cNvSpPr>
            <a:spLocks noGrp="1"/>
          </p:cNvSpPr>
          <p:nvPr/>
        </p:nvSpPr>
        <p:spPr>
          <a:xfrm>
            <a:off x="6648450" y="4524375"/>
            <a:ext cx="1352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lang="en-US" sz="713" b="1" dirty="0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1 years ago</a:t>
            </a:r>
            <a:endParaRPr sz="713" b="1" dirty="0">
              <a:solidFill>
                <a:srgbClr val="CFC2FF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365D46D-3B4F-4A83-8B11-68EE7737B13F}"/>
              </a:ext>
            </a:extLst>
          </p:cNvPr>
          <p:cNvSpPr>
            <a:spLocks noGrp="1"/>
          </p:cNvSpPr>
          <p:nvPr/>
        </p:nvSpPr>
        <p:spPr>
          <a:xfrm>
            <a:off x="6648450" y="4705350"/>
            <a:ext cx="13525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altLang="ko-KR"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  <a:r>
              <a:rPr lang="ko-KR" altLang="en-US"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년 전</a:t>
            </a:r>
            <a:endParaRPr sz="1125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1704D96-C433-47E7-BE1D-E964F2BE6CB2}"/>
              </a:ext>
            </a:extLst>
          </p:cNvPr>
          <p:cNvSpPr>
            <a:spLocks noGrp="1"/>
          </p:cNvSpPr>
          <p:nvPr/>
        </p:nvSpPr>
        <p:spPr>
          <a:xfrm>
            <a:off x="1714500" y="5886450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너무 많아서 압도당하는 사진 더미를, 검색 가능한 기억 구조로 바꾸는 것이 문제의 핵심입니다.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E7C5DCE-79E0-45F2-A275-16E4F4E1ADD6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4036D0C-69A0-4327-9A86-6FB19CBF9D0E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7D12451-8E33-4882-B783-2C6D55D8D566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E2F8DD2-9381-391F-1608-699E20C97EB9}"/>
              </a:ext>
            </a:extLst>
          </p:cNvPr>
          <p:cNvSpPr>
            <a:spLocks noGrp="1"/>
          </p:cNvSpPr>
          <p:nvPr/>
        </p:nvSpPr>
        <p:spPr>
          <a:xfrm>
            <a:off x="7798118" y="2674948"/>
            <a:ext cx="1181100" cy="762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56A48A7-DD8C-BB53-D290-1B176E688B6E}"/>
              </a:ext>
            </a:extLst>
          </p:cNvPr>
          <p:cNvSpPr>
            <a:spLocks noGrp="1"/>
          </p:cNvSpPr>
          <p:nvPr/>
        </p:nvSpPr>
        <p:spPr>
          <a:xfrm>
            <a:off x="6172200" y="4959191"/>
            <a:ext cx="1181100" cy="762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678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587A9A0E-E87F-4DCF-9550-572BED3F57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2D6A44C-64C6-4E9C-8608-E264259D55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1BF93-6033-43CB-B02A-FC23CF364B47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32E467-17A7-486B-A625-1A05DFF69FF0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C1CE21-B867-4C22-BCA8-1CED9C3B1B0C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0C2B49D-B8F1-454F-88EA-67368B1B63CB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7BDAD67-1F19-4FCA-8C62-8902AD6BB252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2C18C9-FE7A-4465-A1FE-2D6F521441CC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A166787-B1CC-405D-B0BA-8CFA24B001A1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806032F-4953-44F4-8CB2-B92FD398593D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2A8A716-7AF9-49D6-AFEC-D9BF1B37C572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A230FD-E987-4C1F-AB2D-0858F100AD1D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44F2655-2822-4BC9-8BB8-F01FE799D638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0DA661-0035-497B-A9C5-195D384AE869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19743BE-C7A7-47A8-B464-D31FFDCA880D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8A2817-2BAB-4F38-BA9E-4218EDC8FBE1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E1F529-9F0E-489F-8922-398617706F11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3912756-3108-4031-80CF-73FA824DC283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BE25778-7325-419E-B216-75D2AB18F885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D1CA43-0331-4230-B9E3-E9DF32E1A7AD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9C4B649-AA00-460A-B618-3787416C0A9C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2ADCCD-6697-475D-853C-C459F45E021E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COMPARE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8E82581-9D31-417A-8337-F629D4D026BD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EXISTING LIMITS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BEC588C-44FB-452A-B99A-B52B54C61523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갤러리와 캘린더는 같은 공백을 공유합니다.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70BF581-5D0C-419C-B3C4-04F072290ECF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관계와 장소 기반의 기억 구조화를 지원하지 않습니다.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C8B2E58-6B39-4948-9813-5671B7BC5112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D95D953-CD82-4DB7-810C-3AE9BBE996E2}"/>
              </a:ext>
            </a:extLst>
          </p:cNvPr>
          <p:cNvSpPr>
            <a:spLocks noGrp="1"/>
          </p:cNvSpPr>
          <p:nvPr/>
        </p:nvSpPr>
        <p:spPr>
          <a:xfrm>
            <a:off x="1047750" y="1885950"/>
            <a:ext cx="2857500" cy="31432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9700872-5A56-4451-AED6-480962373E48}"/>
              </a:ext>
            </a:extLst>
          </p:cNvPr>
          <p:cNvSpPr>
            <a:spLocks noGrp="1"/>
          </p:cNvSpPr>
          <p:nvPr/>
        </p:nvSpPr>
        <p:spPr>
          <a:xfrm>
            <a:off x="971550" y="1809750"/>
            <a:ext cx="2857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그래픽 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257300" y="2133600"/>
            <a:ext cx="361950" cy="361950"/>
          </a:xfrm>
          <a:prstGeom prst="rect">
            <a:avLst/>
          </a:prstGeom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6BC95947-35F7-43AB-95B0-085218685F3F}"/>
              </a:ext>
            </a:extLst>
          </p:cNvPr>
          <p:cNvSpPr>
            <a:spLocks noGrp="1"/>
          </p:cNvSpPr>
          <p:nvPr/>
        </p:nvSpPr>
        <p:spPr>
          <a:xfrm>
            <a:off x="1771650" y="21526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갤러리 앱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EDB8849-252E-41B3-BA1F-0DE5F351B896}"/>
              </a:ext>
            </a:extLst>
          </p:cNvPr>
          <p:cNvSpPr>
            <a:spLocks noGrp="1"/>
          </p:cNvSpPr>
          <p:nvPr/>
        </p:nvSpPr>
        <p:spPr>
          <a:xfrm>
            <a:off x="1295400" y="29146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날짜 기반 나열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3BF9734-7007-4BEA-8405-6B7F3675F7AB}"/>
              </a:ext>
            </a:extLst>
          </p:cNvPr>
          <p:cNvSpPr>
            <a:spLocks noGrp="1"/>
          </p:cNvSpPr>
          <p:nvPr/>
        </p:nvSpPr>
        <p:spPr>
          <a:xfrm>
            <a:off x="1371600" y="3524250"/>
            <a:ext cx="2057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누구와</a:t>
            </a:r>
            <a:r>
              <a:rPr sz="1125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있었는지</a:t>
            </a:r>
            <a:r>
              <a:rPr sz="1125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찾을</a:t>
            </a:r>
            <a:r>
              <a:rPr sz="1125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수</a:t>
            </a:r>
            <a:r>
              <a:rPr sz="1125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없음</a:t>
            </a:r>
            <a:endParaRPr sz="1125" b="0" dirty="0">
              <a:solidFill>
                <a:srgbClr val="676070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8A3E36-CAC9-4032-B0E5-BFC26E49AA11}"/>
              </a:ext>
            </a:extLst>
          </p:cNvPr>
          <p:cNvSpPr>
            <a:spLocks noGrp="1"/>
          </p:cNvSpPr>
          <p:nvPr/>
        </p:nvSpPr>
        <p:spPr>
          <a:xfrm>
            <a:off x="4476750" y="1885950"/>
            <a:ext cx="2857500" cy="31432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8870494-5217-4DBB-8E19-A0ADCA5AE2B8}"/>
              </a:ext>
            </a:extLst>
          </p:cNvPr>
          <p:cNvSpPr>
            <a:spLocks noGrp="1"/>
          </p:cNvSpPr>
          <p:nvPr/>
        </p:nvSpPr>
        <p:spPr>
          <a:xfrm>
            <a:off x="4400550" y="1809750"/>
            <a:ext cx="2857500" cy="3143250"/>
          </a:xfrm>
          <a:prstGeom prst="rect">
            <a:avLst/>
          </a:prstGeom>
          <a:solidFill>
            <a:srgbClr val="2F0B43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그래픽 3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686300" y="2133600"/>
            <a:ext cx="361950" cy="361950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55400375-3355-44AC-AD52-A9E83516AAAC}"/>
              </a:ext>
            </a:extLst>
          </p:cNvPr>
          <p:cNvSpPr>
            <a:spLocks noGrp="1"/>
          </p:cNvSpPr>
          <p:nvPr/>
        </p:nvSpPr>
        <p:spPr>
          <a:xfrm>
            <a:off x="5200650" y="21526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공통 공백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F47A488-D957-4739-B5B4-F0E2A891C875}"/>
              </a:ext>
            </a:extLst>
          </p:cNvPr>
          <p:cNvSpPr>
            <a:spLocks noGrp="1"/>
          </p:cNvSpPr>
          <p:nvPr/>
        </p:nvSpPr>
        <p:spPr>
          <a:xfrm>
            <a:off x="4724400" y="29146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EDE7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DE7FF"/>
                </a:solidFill>
                <a:latin typeface="Apple SD Gothic Neo"/>
                <a:ea typeface="Apple SD Gothic Neo"/>
                <a:cs typeface="Apple SD Gothic Neo"/>
              </a:rPr>
              <a:t>관계·장소 기반 구조화 부재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061BB37-FBA2-416A-BD08-A1E4FFE18E9E}"/>
              </a:ext>
            </a:extLst>
          </p:cNvPr>
          <p:cNvSpPr>
            <a:spLocks noGrp="1"/>
          </p:cNvSpPr>
          <p:nvPr/>
        </p:nvSpPr>
        <p:spPr>
          <a:xfrm>
            <a:off x="4800600" y="3524250"/>
            <a:ext cx="2057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D9CC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D9CCFF"/>
                </a:solidFill>
                <a:latin typeface="Apple SD Gothic Neo"/>
                <a:ea typeface="Apple SD Gothic Neo"/>
                <a:cs typeface="Apple SD Gothic Neo"/>
              </a:rPr>
              <a:t>기억의 맥락이 연결되지 않음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836770B-3A66-45CD-9537-A70C5A79775D}"/>
              </a:ext>
            </a:extLst>
          </p:cNvPr>
          <p:cNvSpPr>
            <a:spLocks noGrp="1"/>
          </p:cNvSpPr>
          <p:nvPr/>
        </p:nvSpPr>
        <p:spPr>
          <a:xfrm>
            <a:off x="7905750" y="1885950"/>
            <a:ext cx="2857500" cy="31432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4AC1BE9-D6AD-4A25-A202-59258B8C62F7}"/>
              </a:ext>
            </a:extLst>
          </p:cNvPr>
          <p:cNvSpPr>
            <a:spLocks noGrp="1"/>
          </p:cNvSpPr>
          <p:nvPr/>
        </p:nvSpPr>
        <p:spPr>
          <a:xfrm>
            <a:off x="7829550" y="1809750"/>
            <a:ext cx="2857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그래픽 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15300" y="2133600"/>
            <a:ext cx="361950" cy="361950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B8CBCBD0-8753-411F-89AF-38CFD61F5C49}"/>
              </a:ext>
            </a:extLst>
          </p:cNvPr>
          <p:cNvSpPr>
            <a:spLocks noGrp="1"/>
          </p:cNvSpPr>
          <p:nvPr/>
        </p:nvSpPr>
        <p:spPr>
          <a:xfrm>
            <a:off x="8629650" y="21526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캘린더 앱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1E747D6-EA2D-45C5-A8A3-FF9F197AB989}"/>
              </a:ext>
            </a:extLst>
          </p:cNvPr>
          <p:cNvSpPr>
            <a:spLocks noGrp="1"/>
          </p:cNvSpPr>
          <p:nvPr/>
        </p:nvSpPr>
        <p:spPr>
          <a:xfrm>
            <a:off x="8153400" y="29146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일정 관리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0F42377-A332-4866-A158-502E0E413737}"/>
              </a:ext>
            </a:extLst>
          </p:cNvPr>
          <p:cNvSpPr>
            <a:spLocks noGrp="1"/>
          </p:cNvSpPr>
          <p:nvPr/>
        </p:nvSpPr>
        <p:spPr>
          <a:xfrm>
            <a:off x="8229600" y="3524250"/>
            <a:ext cx="2057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실제로 일어났는지 기록되지 않음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D01560D-A767-4221-B6BC-A9C525A57D70}"/>
              </a:ext>
            </a:extLst>
          </p:cNvPr>
          <p:cNvSpPr>
            <a:spLocks noGrp="1"/>
          </p:cNvSpPr>
          <p:nvPr/>
        </p:nvSpPr>
        <p:spPr>
          <a:xfrm>
            <a:off x="3905250" y="3371850"/>
            <a:ext cx="36195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삼각형 45">
            <a:extLst>
              <a:ext uri="{FF2B5EF4-FFF2-40B4-BE49-F238E27FC236}">
                <a16:creationId xmlns:a16="http://schemas.microsoft.com/office/drawing/2014/main" id="{811803D1-4058-4038-A552-50F4EA38C80B}"/>
              </a:ext>
            </a:extLst>
          </p:cNvPr>
          <p:cNvSpPr>
            <a:spLocks noGrp="1"/>
          </p:cNvSpPr>
          <p:nvPr/>
        </p:nvSpPr>
        <p:spPr>
          <a:xfrm>
            <a:off x="4248150" y="3305175"/>
            <a:ext cx="133350" cy="133350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AC8E42A-DB57-4468-8B57-F43B1CBB175D}"/>
              </a:ext>
            </a:extLst>
          </p:cNvPr>
          <p:cNvSpPr>
            <a:spLocks noGrp="1"/>
          </p:cNvSpPr>
          <p:nvPr/>
        </p:nvSpPr>
        <p:spPr>
          <a:xfrm>
            <a:off x="7334250" y="3371850"/>
            <a:ext cx="38100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삼각형 47">
            <a:extLst>
              <a:ext uri="{FF2B5EF4-FFF2-40B4-BE49-F238E27FC236}">
                <a16:creationId xmlns:a16="http://schemas.microsoft.com/office/drawing/2014/main" id="{568BCDDC-BCA5-4EC2-948D-B899A7D2750D}"/>
              </a:ext>
            </a:extLst>
          </p:cNvPr>
          <p:cNvSpPr>
            <a:spLocks noGrp="1"/>
          </p:cNvSpPr>
          <p:nvPr/>
        </p:nvSpPr>
        <p:spPr>
          <a:xfrm>
            <a:off x="7696200" y="3305175"/>
            <a:ext cx="133350" cy="133350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FB39762-4282-437B-BEF0-9D31D66B50B8}"/>
              </a:ext>
            </a:extLst>
          </p:cNvPr>
          <p:cNvSpPr>
            <a:spLocks noGrp="1"/>
          </p:cNvSpPr>
          <p:nvPr/>
        </p:nvSpPr>
        <p:spPr>
          <a:xfrm>
            <a:off x="2000250" y="5353050"/>
            <a:ext cx="8191500" cy="51435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6A528DD2-74B6-4663-95FA-9ECB9213D613}"/>
              </a:ext>
            </a:extLst>
          </p:cNvPr>
          <p:cNvSpPr>
            <a:spLocks noGrp="1"/>
          </p:cNvSpPr>
          <p:nvPr/>
        </p:nvSpPr>
        <p:spPr>
          <a:xfrm>
            <a:off x="2190750" y="5505450"/>
            <a:ext cx="781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CLUSTER는 관계·장소·시간을 ActivityLog로 연결합니다.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B61B11B-F2D9-47E2-A1A8-53930A89DCCD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C44C2FB-4987-4D2E-8FC0-3A8655DB5303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E75B1241-73FD-4A8E-B057-1ED05F83AE24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1559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0E25C494-FEC6-46F8-A43D-EE3972C68C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50DC28-85DD-4A47-914D-4A9012A42C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4FF83DA-EF09-464A-825C-418C95A57A20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63AAB5-01A7-4789-8F7E-30540F3696E3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103019-3A4E-44BB-8322-12C1951E3378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1F8A44-EDE4-4924-95EB-C090395A540A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16A6F0-F88F-4A26-9155-457E432A63A1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3054ED-110F-4327-A2FC-2A82DDCFD4AA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20332F4-E1CB-4EF6-BB93-5864DC5ECAEA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83DC54-E464-4923-A693-D8118277C72E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C319D0-D0E9-4E37-898E-8C4E53C9B23C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8AB4B3-66B5-4F96-8467-87C74348D171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3E2F52-8916-4E2F-A54A-A1F5A05433D5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D2BD52-A1C9-46C9-A55E-1168C4718DC1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526184-9968-4C77-B27C-4357EE2AE532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88F779-DBA6-4A2C-96E9-8B103E6D35C6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09C621-518D-409F-A39F-42D69B0624FC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FAC93E-39EB-4DF8-B01E-03F12DEFFB66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67AE496-6C0D-45BD-B678-2921DB912AB1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5ADD84-43F0-4173-961B-50B3F16D73AE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3D518A9-3B8C-4529-9113-8FF823728D20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6F18C2-AC9D-4BCD-9911-316D297D2CC8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VALUE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F60ED8-2889-4767-8BA4-79C544BE1BFB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CLUSTER VALUE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0C9227-EDD0-4B02-9563-6D7F2A96E7D5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 한 장으로 인간관계와 장소 방문 이력을 자동 구조화합니다.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BF0A08A-3ACE-464E-9DF9-D44CB66BC868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D4EECBB-C24C-4664-97DF-B42B35E1B863}"/>
              </a:ext>
            </a:extLst>
          </p:cNvPr>
          <p:cNvSpPr>
            <a:spLocks noGrp="1"/>
          </p:cNvSpPr>
          <p:nvPr/>
        </p:nvSpPr>
        <p:spPr>
          <a:xfrm>
            <a:off x="4705350" y="2152650"/>
            <a:ext cx="2762250" cy="219075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DC4EB71-9259-49E7-87F1-85857370DB99}"/>
              </a:ext>
            </a:extLst>
          </p:cNvPr>
          <p:cNvSpPr>
            <a:spLocks noGrp="1"/>
          </p:cNvSpPr>
          <p:nvPr/>
        </p:nvSpPr>
        <p:spPr>
          <a:xfrm>
            <a:off x="4705350" y="2705100"/>
            <a:ext cx="2762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24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CLUSTER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7777E5F-2029-4029-91A6-48C793829761}"/>
              </a:ext>
            </a:extLst>
          </p:cNvPr>
          <p:cNvSpPr>
            <a:spLocks noGrp="1"/>
          </p:cNvSpPr>
          <p:nvPr/>
        </p:nvSpPr>
        <p:spPr>
          <a:xfrm>
            <a:off x="4705350" y="3295650"/>
            <a:ext cx="2762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0">
                <a:solidFill>
                  <a:srgbClr val="EDE7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EDE7FF"/>
                </a:solidFill>
                <a:latin typeface="Apple SD Gothic Neo"/>
                <a:ea typeface="Apple SD Gothic Neo"/>
                <a:cs typeface="Apple SD Gothic Neo"/>
              </a:rPr>
              <a:t>인생 인프라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D5239D6-EB4E-4A50-BB9C-B579987FA286}"/>
              </a:ext>
            </a:extLst>
          </p:cNvPr>
          <p:cNvSpPr>
            <a:spLocks noGrp="1"/>
          </p:cNvSpPr>
          <p:nvPr/>
        </p:nvSpPr>
        <p:spPr>
          <a:xfrm>
            <a:off x="1123950" y="1885950"/>
            <a:ext cx="2952750" cy="114300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019C5E6-D3DB-4B39-B714-BEBB563B431C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2952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그래픽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314450" y="2171700"/>
            <a:ext cx="361950" cy="361950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F8335EBD-5485-4CA4-8EDF-72CE38061946}"/>
              </a:ext>
            </a:extLst>
          </p:cNvPr>
          <p:cNvSpPr>
            <a:spLocks noGrp="1"/>
          </p:cNvSpPr>
          <p:nvPr/>
        </p:nvSpPr>
        <p:spPr>
          <a:xfrm>
            <a:off x="1847850" y="20764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인생 인프라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9451CC0-4703-4D5C-89CA-929358775363}"/>
              </a:ext>
            </a:extLst>
          </p:cNvPr>
          <p:cNvSpPr>
            <a:spLocks noGrp="1"/>
          </p:cNvSpPr>
          <p:nvPr/>
        </p:nvSpPr>
        <p:spPr>
          <a:xfrm>
            <a:off x="1847850" y="23812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휘발되는 기억을</a:t>
            </a:r>
          </a:p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체계적 자산으로 전환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B40C6A2-A794-43A5-926A-5EB690FBF6AB}"/>
              </a:ext>
            </a:extLst>
          </p:cNvPr>
          <p:cNvSpPr>
            <a:spLocks noGrp="1"/>
          </p:cNvSpPr>
          <p:nvPr/>
        </p:nvSpPr>
        <p:spPr>
          <a:xfrm>
            <a:off x="8267700" y="1885950"/>
            <a:ext cx="2952750" cy="114300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90DEFEC-06B1-40D8-8480-4C8CAA5122FC}"/>
              </a:ext>
            </a:extLst>
          </p:cNvPr>
          <p:cNvSpPr>
            <a:spLocks noGrp="1"/>
          </p:cNvSpPr>
          <p:nvPr/>
        </p:nvSpPr>
        <p:spPr>
          <a:xfrm>
            <a:off x="8191500" y="1809750"/>
            <a:ext cx="2952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그래픽 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458200" y="2171700"/>
            <a:ext cx="361950" cy="361950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FB5C577F-A867-4767-8FD3-20F01CBF0DE1}"/>
              </a:ext>
            </a:extLst>
          </p:cNvPr>
          <p:cNvSpPr>
            <a:spLocks noGrp="1"/>
          </p:cNvSpPr>
          <p:nvPr/>
        </p:nvSpPr>
        <p:spPr>
          <a:xfrm>
            <a:off x="8991600" y="207645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기록의 진실성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9B5ABE9-921D-4CEB-B4AE-6CE8C3DB234E}"/>
              </a:ext>
            </a:extLst>
          </p:cNvPr>
          <p:cNvSpPr>
            <a:spLocks noGrp="1"/>
          </p:cNvSpPr>
          <p:nvPr/>
        </p:nvSpPr>
        <p:spPr>
          <a:xfrm>
            <a:off x="8991600" y="23812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사진·GPS·시간이 일치할 때만</a:t>
            </a:r>
          </a:p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기록으로 인정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D5659C9-FC55-4987-B535-32A59616D03E}"/>
              </a:ext>
            </a:extLst>
          </p:cNvPr>
          <p:cNvSpPr>
            <a:spLocks noGrp="1"/>
          </p:cNvSpPr>
          <p:nvPr/>
        </p:nvSpPr>
        <p:spPr>
          <a:xfrm>
            <a:off x="4743450" y="4838700"/>
            <a:ext cx="2952750" cy="114300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28E8BE0-5A5E-4232-8C82-C38FD497B24A}"/>
              </a:ext>
            </a:extLst>
          </p:cNvPr>
          <p:cNvSpPr>
            <a:spLocks noGrp="1"/>
          </p:cNvSpPr>
          <p:nvPr/>
        </p:nvSpPr>
        <p:spPr>
          <a:xfrm>
            <a:off x="4667250" y="4762500"/>
            <a:ext cx="2952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그래픽 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4933950" y="5124450"/>
            <a:ext cx="361950" cy="361950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CBB42959-4477-4C19-9533-F4DCC0F484A3}"/>
              </a:ext>
            </a:extLst>
          </p:cNvPr>
          <p:cNvSpPr>
            <a:spLocks noGrp="1"/>
          </p:cNvSpPr>
          <p:nvPr/>
        </p:nvSpPr>
        <p:spPr>
          <a:xfrm>
            <a:off x="5467350" y="50292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자아 집중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4FEFB2A-6BBF-4BC3-A514-6E91ACAB115E}"/>
              </a:ext>
            </a:extLst>
          </p:cNvPr>
          <p:cNvSpPr>
            <a:spLocks noGrp="1"/>
          </p:cNvSpPr>
          <p:nvPr/>
        </p:nvSpPr>
        <p:spPr>
          <a:xfrm>
            <a:off x="5467350" y="533400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에너지를 쏟는 대상이</a:t>
            </a:r>
          </a:p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무엇인지 데이터로 시각화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B6C47C4-CCA2-41B7-80A4-132BE8106744}"/>
              </a:ext>
            </a:extLst>
          </p:cNvPr>
          <p:cNvSpPr>
            <a:spLocks noGrp="1"/>
          </p:cNvSpPr>
          <p:nvPr/>
        </p:nvSpPr>
        <p:spPr>
          <a:xfrm>
            <a:off x="4000500" y="2952750"/>
            <a:ext cx="51435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삼각형 44">
            <a:extLst>
              <a:ext uri="{FF2B5EF4-FFF2-40B4-BE49-F238E27FC236}">
                <a16:creationId xmlns:a16="http://schemas.microsoft.com/office/drawing/2014/main" id="{7FEE01EE-4290-4A80-9061-34768687A385}"/>
              </a:ext>
            </a:extLst>
          </p:cNvPr>
          <p:cNvSpPr>
            <a:spLocks noGrp="1"/>
          </p:cNvSpPr>
          <p:nvPr/>
        </p:nvSpPr>
        <p:spPr>
          <a:xfrm>
            <a:off x="4495800" y="2886075"/>
            <a:ext cx="133350" cy="133350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9DCCC55-57EB-45AB-8A5C-D676691CB2D8}"/>
              </a:ext>
            </a:extLst>
          </p:cNvPr>
          <p:cNvSpPr>
            <a:spLocks noGrp="1"/>
          </p:cNvSpPr>
          <p:nvPr/>
        </p:nvSpPr>
        <p:spPr>
          <a:xfrm>
            <a:off x="7524750" y="2952750"/>
            <a:ext cx="51435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삼각형 46">
            <a:extLst>
              <a:ext uri="{FF2B5EF4-FFF2-40B4-BE49-F238E27FC236}">
                <a16:creationId xmlns:a16="http://schemas.microsoft.com/office/drawing/2014/main" id="{0B219349-5692-4F16-B17D-FB39B76D2FF3}"/>
              </a:ext>
            </a:extLst>
          </p:cNvPr>
          <p:cNvSpPr>
            <a:spLocks noGrp="1"/>
          </p:cNvSpPr>
          <p:nvPr/>
        </p:nvSpPr>
        <p:spPr>
          <a:xfrm>
            <a:off x="8020050" y="2886075"/>
            <a:ext cx="133350" cy="133350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DB18998-1A05-4894-B5A7-991A3C1CE6AC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8A230F2-DD3F-4548-948D-A3562A051248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55CE36F-2215-45C2-8161-DF8E1800BFE4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6631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BC2CFEA1-A5E2-4A04-A105-38AEFAFA41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DDC5DEB-EBAB-45AB-A985-9B89F0B04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F84B16B-5225-4952-90B2-A85C155E5F0A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FD2365-B976-44FA-A46D-DA5B8BBD5B5C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50FAA1-D1F2-4C9F-A8FB-B9725682DAE4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966E18-F73E-415E-9EAC-83C2EA9374C8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27EE87-577C-4DCF-B283-C5D7C56B9E5E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79BB8D-F3F7-4E5C-83EF-DC653B76793D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79F9B1-C9F5-46E7-AF58-E30FDC52D113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F5FB13-A2A7-4242-851C-22F2DC72B293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40B7C14-4ED0-4B4F-B045-B1ACD10A2824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BD0DB1-D4C3-41DA-8BE9-FEAF4B7F0D43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0ED7F6-17AC-4F2C-88DA-1A94AAD3A789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3E127D-28CC-4CCD-B01F-990B37699530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4F08037-540A-42FC-94BF-032E502CBFD5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7B8065-2DE8-4D44-AF7F-0A5F3C3DF940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1DD205A-F612-464F-82A2-BDF4EA0F9D94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841496D-791D-40F9-9E7C-6A8ADD4E182E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8BC4F6-6FA2-43E5-9155-C210ADCFA632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D8FF06F-FA86-472E-88BF-4BE9629423FB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4E88C05-CEAE-4525-AFF6-BB1329FAD6AF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AD76DA9-ACE3-40D7-B1FB-EB54BA4E0507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ARCHITECTURE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57B582E-D732-4B5D-A8E2-F4F7F1E2CA1B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SYSTEM ARCHITECTURE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E4BB265-AF9B-4B58-B7B2-3AB666887522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핵심 흐름은 하나입니다: 사진 업로드가 ActivityLog로 바뀝니다.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255A29-97AB-475C-BA3B-29278895F8BB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60ADA0-FECF-4916-81A4-F7CD9251CA15}"/>
              </a:ext>
            </a:extLst>
          </p:cNvPr>
          <p:cNvSpPr>
            <a:spLocks noGrp="1"/>
          </p:cNvSpPr>
          <p:nvPr/>
        </p:nvSpPr>
        <p:spPr>
          <a:xfrm>
            <a:off x="1066800" y="2457450"/>
            <a:ext cx="1676400" cy="14287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BECBB6-30CD-4E0F-B95B-9F6E68380B10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16764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5D9C74D-13F4-4EEC-9FC8-FF667AFAD7DA}"/>
              </a:ext>
            </a:extLst>
          </p:cNvPr>
          <p:cNvSpPr>
            <a:spLocks noGrp="1"/>
          </p:cNvSpPr>
          <p:nvPr/>
        </p:nvSpPr>
        <p:spPr>
          <a:xfrm>
            <a:off x="1162050" y="27241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사용자 브라우저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AE688BE-D92C-4998-B953-12E539AB0D5D}"/>
              </a:ext>
            </a:extLst>
          </p:cNvPr>
          <p:cNvSpPr>
            <a:spLocks noGrp="1"/>
          </p:cNvSpPr>
          <p:nvPr/>
        </p:nvSpPr>
        <p:spPr>
          <a:xfrm>
            <a:off x="1162050" y="314325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Upload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2B0FC57-D236-4BA1-BCB9-D8B9FD551345}"/>
              </a:ext>
            </a:extLst>
          </p:cNvPr>
          <p:cNvSpPr>
            <a:spLocks noGrp="1"/>
          </p:cNvSpPr>
          <p:nvPr/>
        </p:nvSpPr>
        <p:spPr>
          <a:xfrm>
            <a:off x="2743200" y="3086100"/>
            <a:ext cx="11430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삼각형 30">
            <a:extLst>
              <a:ext uri="{FF2B5EF4-FFF2-40B4-BE49-F238E27FC236}">
                <a16:creationId xmlns:a16="http://schemas.microsoft.com/office/drawing/2014/main" id="{BA56E829-F2C4-4BB7-ACBC-6FB067E3C4B8}"/>
              </a:ext>
            </a:extLst>
          </p:cNvPr>
          <p:cNvSpPr>
            <a:spLocks noGrp="1"/>
          </p:cNvSpPr>
          <p:nvPr/>
        </p:nvSpPr>
        <p:spPr>
          <a:xfrm>
            <a:off x="2838450" y="3019425"/>
            <a:ext cx="133350" cy="133350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CC90685-7FFF-4AAE-843B-80108282056A}"/>
              </a:ext>
            </a:extLst>
          </p:cNvPr>
          <p:cNvSpPr>
            <a:spLocks noGrp="1"/>
          </p:cNvSpPr>
          <p:nvPr/>
        </p:nvSpPr>
        <p:spPr>
          <a:xfrm>
            <a:off x="3105150" y="2457450"/>
            <a:ext cx="1676400" cy="14287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9D37A21-A871-4DB2-B175-E32B03D12CEB}"/>
              </a:ext>
            </a:extLst>
          </p:cNvPr>
          <p:cNvSpPr>
            <a:spLocks noGrp="1"/>
          </p:cNvSpPr>
          <p:nvPr/>
        </p:nvSpPr>
        <p:spPr>
          <a:xfrm>
            <a:off x="3028950" y="2381250"/>
            <a:ext cx="16764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FBCB0CB-E9A0-4695-AFAD-E3822761485E}"/>
              </a:ext>
            </a:extLst>
          </p:cNvPr>
          <p:cNvSpPr>
            <a:spLocks noGrp="1"/>
          </p:cNvSpPr>
          <p:nvPr/>
        </p:nvSpPr>
        <p:spPr>
          <a:xfrm>
            <a:off x="3200400" y="27241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Vercel Frontend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9E1ABE2-0DBE-48A3-9830-AF8C43AC1816}"/>
              </a:ext>
            </a:extLst>
          </p:cNvPr>
          <p:cNvSpPr>
            <a:spLocks noGrp="1"/>
          </p:cNvSpPr>
          <p:nvPr/>
        </p:nvSpPr>
        <p:spPr>
          <a:xfrm>
            <a:off x="3200400" y="314325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React/Vite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AA98B6D-BE9F-4650-885E-86B96DC507C9}"/>
              </a:ext>
            </a:extLst>
          </p:cNvPr>
          <p:cNvSpPr>
            <a:spLocks noGrp="1"/>
          </p:cNvSpPr>
          <p:nvPr/>
        </p:nvSpPr>
        <p:spPr>
          <a:xfrm>
            <a:off x="4781550" y="3086100"/>
            <a:ext cx="11430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삼각형 36">
            <a:extLst>
              <a:ext uri="{FF2B5EF4-FFF2-40B4-BE49-F238E27FC236}">
                <a16:creationId xmlns:a16="http://schemas.microsoft.com/office/drawing/2014/main" id="{A3A13F5C-5BBB-4C36-8FE0-6890BB01AF2D}"/>
              </a:ext>
            </a:extLst>
          </p:cNvPr>
          <p:cNvSpPr>
            <a:spLocks noGrp="1"/>
          </p:cNvSpPr>
          <p:nvPr/>
        </p:nvSpPr>
        <p:spPr>
          <a:xfrm>
            <a:off x="4876800" y="3019425"/>
            <a:ext cx="133350" cy="133350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DEFB934-A859-4415-BBB1-6A50D20F3B9B}"/>
              </a:ext>
            </a:extLst>
          </p:cNvPr>
          <p:cNvSpPr>
            <a:spLocks noGrp="1"/>
          </p:cNvSpPr>
          <p:nvPr/>
        </p:nvSpPr>
        <p:spPr>
          <a:xfrm>
            <a:off x="5143500" y="2457450"/>
            <a:ext cx="1676400" cy="14287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EAF749F-CB61-432B-A095-B427AA5BE241}"/>
              </a:ext>
            </a:extLst>
          </p:cNvPr>
          <p:cNvSpPr>
            <a:spLocks noGrp="1"/>
          </p:cNvSpPr>
          <p:nvPr/>
        </p:nvSpPr>
        <p:spPr>
          <a:xfrm>
            <a:off x="5067300" y="2381250"/>
            <a:ext cx="1676400" cy="1428750"/>
          </a:xfrm>
          <a:prstGeom prst="rect">
            <a:avLst/>
          </a:prstGeom>
          <a:solidFill>
            <a:srgbClr val="2F0B43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0A7402F-A3DE-4E4F-A23C-8B9DA177C848}"/>
              </a:ext>
            </a:extLst>
          </p:cNvPr>
          <p:cNvSpPr>
            <a:spLocks noGrp="1"/>
          </p:cNvSpPr>
          <p:nvPr/>
        </p:nvSpPr>
        <p:spPr>
          <a:xfrm>
            <a:off x="5238750" y="27241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Railway Backend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33C40C0-FF07-49DF-9DC5-11B280099E1F}"/>
              </a:ext>
            </a:extLst>
          </p:cNvPr>
          <p:cNvSpPr>
            <a:spLocks noGrp="1"/>
          </p:cNvSpPr>
          <p:nvPr/>
        </p:nvSpPr>
        <p:spPr>
          <a:xfrm>
            <a:off x="5238750" y="314325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 dirty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Fast</a:t>
            </a:r>
            <a:r>
              <a:rPr lang="en" sz="900" b="0" dirty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A</a:t>
            </a:r>
            <a:r>
              <a:rPr sz="900" b="0" dirty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PI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950D4FD-D47F-4DF5-ACAC-710596A9D03C}"/>
              </a:ext>
            </a:extLst>
          </p:cNvPr>
          <p:cNvSpPr>
            <a:spLocks noGrp="1"/>
          </p:cNvSpPr>
          <p:nvPr/>
        </p:nvSpPr>
        <p:spPr>
          <a:xfrm>
            <a:off x="6819900" y="3086100"/>
            <a:ext cx="11430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삼각형 42">
            <a:extLst>
              <a:ext uri="{FF2B5EF4-FFF2-40B4-BE49-F238E27FC236}">
                <a16:creationId xmlns:a16="http://schemas.microsoft.com/office/drawing/2014/main" id="{744AB93F-36ED-45C0-9BF9-4558BDC2B88A}"/>
              </a:ext>
            </a:extLst>
          </p:cNvPr>
          <p:cNvSpPr>
            <a:spLocks noGrp="1"/>
          </p:cNvSpPr>
          <p:nvPr/>
        </p:nvSpPr>
        <p:spPr>
          <a:xfrm>
            <a:off x="6915150" y="3019425"/>
            <a:ext cx="133350" cy="133350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63EA27C-33C4-4E5C-96A3-71DEBE1F9B35}"/>
              </a:ext>
            </a:extLst>
          </p:cNvPr>
          <p:cNvSpPr>
            <a:spLocks noGrp="1"/>
          </p:cNvSpPr>
          <p:nvPr/>
        </p:nvSpPr>
        <p:spPr>
          <a:xfrm>
            <a:off x="7181850" y="2457450"/>
            <a:ext cx="1676400" cy="14287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DBC026A-8220-458F-B6C3-B10C8B153664}"/>
              </a:ext>
            </a:extLst>
          </p:cNvPr>
          <p:cNvSpPr>
            <a:spLocks noGrp="1"/>
          </p:cNvSpPr>
          <p:nvPr/>
        </p:nvSpPr>
        <p:spPr>
          <a:xfrm>
            <a:off x="7105650" y="2381250"/>
            <a:ext cx="1676400" cy="1428750"/>
          </a:xfrm>
          <a:prstGeom prst="rect">
            <a:avLst/>
          </a:prstGeom>
          <a:solidFill>
            <a:srgbClr val="2F0B43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917C37F-A630-4331-B266-B60B5ACEA6DB}"/>
              </a:ext>
            </a:extLst>
          </p:cNvPr>
          <p:cNvSpPr>
            <a:spLocks noGrp="1"/>
          </p:cNvSpPr>
          <p:nvPr/>
        </p:nvSpPr>
        <p:spPr>
          <a:xfrm>
            <a:off x="7277100" y="27241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Data·AI Layer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F46B0CC-4DF5-4C16-A3DB-0BE7828CC83B}"/>
              </a:ext>
            </a:extLst>
          </p:cNvPr>
          <p:cNvSpPr>
            <a:spLocks noGrp="1"/>
          </p:cNvSpPr>
          <p:nvPr/>
        </p:nvSpPr>
        <p:spPr>
          <a:xfrm>
            <a:off x="7277100" y="314325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 dirty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PostgreSQL / A</a:t>
            </a:r>
            <a:r>
              <a:rPr lang="en" sz="900" b="0" dirty="0" err="1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rc</a:t>
            </a:r>
            <a:r>
              <a:rPr sz="900" b="0" dirty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Face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2899DF-6409-4407-AF56-0577D456C24D}"/>
              </a:ext>
            </a:extLst>
          </p:cNvPr>
          <p:cNvSpPr>
            <a:spLocks noGrp="1"/>
          </p:cNvSpPr>
          <p:nvPr/>
        </p:nvSpPr>
        <p:spPr>
          <a:xfrm>
            <a:off x="8858250" y="3086100"/>
            <a:ext cx="11430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삼각형 48">
            <a:extLst>
              <a:ext uri="{FF2B5EF4-FFF2-40B4-BE49-F238E27FC236}">
                <a16:creationId xmlns:a16="http://schemas.microsoft.com/office/drawing/2014/main" id="{6557D364-4F4E-4080-8012-8F07A56A99DA}"/>
              </a:ext>
            </a:extLst>
          </p:cNvPr>
          <p:cNvSpPr>
            <a:spLocks noGrp="1"/>
          </p:cNvSpPr>
          <p:nvPr/>
        </p:nvSpPr>
        <p:spPr>
          <a:xfrm>
            <a:off x="8953500" y="3019425"/>
            <a:ext cx="133350" cy="133350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5C83687-156A-4507-8149-919426826F68}"/>
              </a:ext>
            </a:extLst>
          </p:cNvPr>
          <p:cNvSpPr>
            <a:spLocks noGrp="1"/>
          </p:cNvSpPr>
          <p:nvPr/>
        </p:nvSpPr>
        <p:spPr>
          <a:xfrm>
            <a:off x="1619250" y="4953000"/>
            <a:ext cx="895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EXIF 추출 → 얼굴 임베딩 → 등록 인물 식별 → 활동 로그 자동 생성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059143B-70EF-4A30-A073-A685E388666E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0A0BAFC-E72D-4267-AA73-0593BBAA4DB2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56620D9-A120-4906-B618-9248D8894623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D1E2FA3-A5EF-62FB-E7A3-A406108B1E0B}"/>
              </a:ext>
            </a:extLst>
          </p:cNvPr>
          <p:cNvSpPr>
            <a:spLocks noGrp="1"/>
          </p:cNvSpPr>
          <p:nvPr/>
        </p:nvSpPr>
        <p:spPr>
          <a:xfrm>
            <a:off x="9220200" y="2451259"/>
            <a:ext cx="1676400" cy="14287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E65C158-340F-BF82-B40E-239A0AF96DA4}"/>
              </a:ext>
            </a:extLst>
          </p:cNvPr>
          <p:cNvSpPr>
            <a:spLocks noGrp="1"/>
          </p:cNvSpPr>
          <p:nvPr/>
        </p:nvSpPr>
        <p:spPr>
          <a:xfrm>
            <a:off x="9134475" y="2371725"/>
            <a:ext cx="16764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9CE3BB5-07F7-4BE6-84DD-F08D6667CE74}"/>
              </a:ext>
            </a:extLst>
          </p:cNvPr>
          <p:cNvSpPr>
            <a:spLocks noGrp="1"/>
          </p:cNvSpPr>
          <p:nvPr/>
        </p:nvSpPr>
        <p:spPr>
          <a:xfrm>
            <a:off x="9315450" y="2724150"/>
            <a:ext cx="133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External API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5E68679-DDDE-45DC-B968-5D927AB4411F}"/>
              </a:ext>
            </a:extLst>
          </p:cNvPr>
          <p:cNvSpPr>
            <a:spLocks noGrp="1"/>
          </p:cNvSpPr>
          <p:nvPr/>
        </p:nvSpPr>
        <p:spPr>
          <a:xfrm>
            <a:off x="9315450" y="314325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Cloudinary</a:t>
            </a:r>
            <a:r>
              <a:rPr sz="90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altLang="ko-KR" sz="90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·</a:t>
            </a:r>
            <a:r>
              <a:rPr lang="ko-KR" altLang="en-US" sz="90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" sz="90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Kakao</a:t>
            </a:r>
            <a:r>
              <a:rPr lang="ko-KR" altLang="en-US" sz="90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· Maps</a:t>
            </a:r>
          </a:p>
        </p:txBody>
      </p:sp>
    </p:spTree>
    <p:extLst>
      <p:ext uri="{BB962C8B-B14F-4D97-AF65-F5344CB8AC3E}">
        <p14:creationId xmlns:p14="http://schemas.microsoft.com/office/powerpoint/2010/main" val="578587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999FF-4B1D-CDBA-78B8-4FB3111AD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2E5D903C-04A9-CD2F-7CBF-18B5959B2F4C}"/>
              </a:ext>
            </a:extLst>
          </p:cNvPr>
          <p:cNvSpPr>
            <a:spLocks noGrp="1"/>
          </p:cNvSpPr>
          <p:nvPr/>
        </p:nvSpPr>
        <p:spPr>
          <a:xfrm>
            <a:off x="0" y="-9526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831589-63A1-3027-72A7-EC1D753D48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583CFA-EC16-7250-1766-22E86DCB4EC7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A63503-470E-8E19-A220-17897F7F55C4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40D959-4A24-3AE7-7A8A-BE3F183B6515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3F70B0-0503-F4A2-D00A-9F659BE353D1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41B5287-6C91-7AC6-B63A-25B538C0B97E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D5C7E1E-A716-60A8-04A4-61ADDF15FD30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B272AA-5764-82FF-13A0-DEF9C0399102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DEEFC61-7C11-554C-4AB5-F823EAEA8BEC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1E6F7DF-CF12-0E81-E5EF-E5A6AA2AA520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4E86F9-D2AB-C5E0-8133-026E6A2B53CC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889FC3-A632-ADE7-797D-2436A324F541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9544482-533D-7B41-D83E-FBE05D7773EB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36C841-12DF-C78D-6477-6F533DA2A8B0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74528F-A5B7-B843-6C89-24B7645C2051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4DD28BA-5DA5-933B-4822-12EA1F24E7B7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FF5298-79D6-312A-ACC2-83242F0252D2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88DBA84-A793-09E9-B66E-3D3C64C00736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9C6F97-E2A5-FA73-663F-E8DAEF59C7E7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FAB977-BC59-C98E-4116-89D4104073DD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0B4D38B-F6FC-5A70-8E76-0254FD333E94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ARCHITECTURE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4AF25E5-220A-21AB-3C23-1852D15F1C51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SYSTEM ARCHITECTURE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FBD753A-8A01-2BFD-A5DD-CE40BA79293E}"/>
              </a:ext>
            </a:extLst>
          </p:cNvPr>
          <p:cNvSpPr>
            <a:spLocks noGrp="1"/>
          </p:cNvSpPr>
          <p:nvPr/>
        </p:nvSpPr>
        <p:spPr>
          <a:xfrm>
            <a:off x="876300" y="535129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핵심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흐름은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하나입니다</a:t>
            </a:r>
            <a:endParaRPr lang="en-US" sz="2100" b="1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en-US"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업로드가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ActivityLog로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바뀝니다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58419A5-50C8-D30D-05C2-630454CB0ADB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A3C41301-757E-A08A-7CC4-DAB256020DFA}"/>
              </a:ext>
            </a:extLst>
          </p:cNvPr>
          <p:cNvSpPr>
            <a:spLocks noGrp="1"/>
          </p:cNvSpPr>
          <p:nvPr/>
        </p:nvSpPr>
        <p:spPr>
          <a:xfrm>
            <a:off x="800100" y="6489382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D65EF1D-E80C-4730-487F-B576E74E9F6C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pic>
        <p:nvPicPr>
          <p:cNvPr id="60" name="그래픽 59">
            <a:extLst>
              <a:ext uri="{FF2B5EF4-FFF2-40B4-BE49-F238E27FC236}">
                <a16:creationId xmlns:a16="http://schemas.microsoft.com/office/drawing/2014/main" id="{321C5BD8-11B8-A4CA-6B7E-7A86D04F2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9868" y="197168"/>
            <a:ext cx="7772400" cy="665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427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5FE74088-6536-41C1-B958-8D89B956FAF7}"/>
              </a:ext>
            </a:extLst>
          </p:cNvPr>
          <p:cNvSpPr>
            <a:spLocks noGrp="1"/>
          </p:cNvSpPr>
          <p:nvPr/>
        </p:nvSpPr>
        <p:spPr>
          <a:xfrm>
            <a:off x="19050" y="12054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15D8EF-3A65-4084-ADE7-E861F15ABF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C2C5E0-A764-4479-9F23-C1E123E9400F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C0BF4C-C36D-47C4-936B-AF5813147A37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56CBBA2-C7E7-44BB-9221-4D00A1FA2988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C7F651-04CC-4B9D-843C-B04ADD2C290C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F0FED2-D182-41E0-8312-1D0872749F54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C3A44B-3F0B-4698-B22B-2DE56466A69F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B69D72-ED4C-4DC8-A3D0-D35331CBCBA5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B3ABB6-2211-4878-9490-99451F10518A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01958B-8046-4368-83C8-51BABF53AC60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A24B60-05A9-497D-A46A-2FD0CAFDF639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1A81B7-CC82-4FFA-8431-C104B0D4C0F7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1B09EA-9E92-43BA-A37B-30FCC85E49A9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39B7B4-6F7C-46CE-8BDA-3E340DB8AEB8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C6F267-25D9-40CF-964F-5A29813A098B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AB1155B-F2D7-4064-8AE2-635688DE62DD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A61FD55-BDD0-4393-9B6C-D85F572DB135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62AFC8E-4AC1-4055-A905-F183383C9C31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4B492-1582-4E3F-809D-7080A92B26F6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FC7BDDD-EB67-4A12-B04F-947F7E96B9B8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D64373A-A381-4788-A84C-8DF3E3336FF0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PIPELINE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C5FC045-1FE3-4CAF-82FF-762172907DDC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CORE PIPELINE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3FF710B-B17B-4E4B-8F2C-5B5F39E875A7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 1장이 기록이 되는 과정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2FA8248-0C11-46F0-9091-4126896F16B4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사용자 확인 전까지 DB에 저장하지 않는 것이 핵심입니다.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66CA9F9-62EC-44F0-9922-BC05499C8777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5828BB3-2CCA-471D-B6F1-F642B37FD109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10439400" cy="3838296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319C9EB-D680-4132-9428-D6C11C46C7A8}"/>
              </a:ext>
            </a:extLst>
          </p:cNvPr>
          <p:cNvSpPr>
            <a:spLocks noGrp="1"/>
          </p:cNvSpPr>
          <p:nvPr/>
        </p:nvSpPr>
        <p:spPr>
          <a:xfrm>
            <a:off x="1409700" y="3410125"/>
            <a:ext cx="8763000" cy="762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EA3316C-7582-41FE-A0F1-7133ECB9A843}"/>
              </a:ext>
            </a:extLst>
          </p:cNvPr>
          <p:cNvSpPr>
            <a:spLocks noGrp="1"/>
          </p:cNvSpPr>
          <p:nvPr/>
        </p:nvSpPr>
        <p:spPr>
          <a:xfrm>
            <a:off x="1181100" y="2879326"/>
            <a:ext cx="1104900" cy="1104900"/>
          </a:xfrm>
          <a:prstGeom prst="ellipse">
            <a:avLst/>
          </a:prstGeom>
          <a:solidFill>
            <a:srgbClr val="2F0B4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400A8AA-E262-4C9B-B539-1EBF5864DCDD}"/>
              </a:ext>
            </a:extLst>
          </p:cNvPr>
          <p:cNvSpPr>
            <a:spLocks noGrp="1"/>
          </p:cNvSpPr>
          <p:nvPr/>
        </p:nvSpPr>
        <p:spPr>
          <a:xfrm>
            <a:off x="1181100" y="3019146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sz="1050" b="1" dirty="0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F8649CF-9D04-45AA-8721-CDBB8D85D6A5}"/>
              </a:ext>
            </a:extLst>
          </p:cNvPr>
          <p:cNvSpPr>
            <a:spLocks noGrp="1"/>
          </p:cNvSpPr>
          <p:nvPr/>
        </p:nvSpPr>
        <p:spPr>
          <a:xfrm>
            <a:off x="1181100" y="3304896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 dirty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EXIF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AF2B9F1-D564-4408-8CA4-E2F14490A4D4}"/>
              </a:ext>
            </a:extLst>
          </p:cNvPr>
          <p:cNvSpPr>
            <a:spLocks noGrp="1"/>
          </p:cNvSpPr>
          <p:nvPr/>
        </p:nvSpPr>
        <p:spPr>
          <a:xfrm>
            <a:off x="914400" y="4238346"/>
            <a:ext cx="1638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GPS·촬영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날짜</a:t>
            </a:r>
            <a:r>
              <a:rPr lang="en-US" sz="1013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추출</a:t>
            </a:r>
            <a:endParaRPr sz="1013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A08A1F27-636B-43CE-92CE-471B0D141F86}"/>
              </a:ext>
            </a:extLst>
          </p:cNvPr>
          <p:cNvSpPr>
            <a:spLocks noGrp="1"/>
          </p:cNvSpPr>
          <p:nvPr/>
        </p:nvSpPr>
        <p:spPr>
          <a:xfrm>
            <a:off x="2876550" y="2847696"/>
            <a:ext cx="1104900" cy="1104900"/>
          </a:xfrm>
          <a:prstGeom prst="ellipse">
            <a:avLst/>
          </a:prstGeom>
          <a:solidFill>
            <a:srgbClr val="ECE5FF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CDE42AB-1710-41E3-BFD0-190FE79ED9A4}"/>
              </a:ext>
            </a:extLst>
          </p:cNvPr>
          <p:cNvSpPr>
            <a:spLocks noGrp="1"/>
          </p:cNvSpPr>
          <p:nvPr/>
        </p:nvSpPr>
        <p:spPr>
          <a:xfrm>
            <a:off x="2876550" y="3019146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05FC69A-2923-4460-9B99-1AFE4F8391B5}"/>
              </a:ext>
            </a:extLst>
          </p:cNvPr>
          <p:cNvSpPr>
            <a:spLocks noGrp="1"/>
          </p:cNvSpPr>
          <p:nvPr/>
        </p:nvSpPr>
        <p:spPr>
          <a:xfrm>
            <a:off x="2876550" y="3304896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F0B43"/>
                </a:solidFill>
                <a:latin typeface="Aptos Mono"/>
                <a:ea typeface="Aptos Mono"/>
                <a:cs typeface="Aptos Mono"/>
              </a:defRPr>
            </a:pPr>
            <a:r>
              <a:rPr sz="1350" b="1" dirty="0">
                <a:solidFill>
                  <a:srgbClr val="2F0B43"/>
                </a:solidFill>
                <a:latin typeface="Aptos Mono"/>
                <a:ea typeface="Aptos Mono"/>
                <a:cs typeface="Aptos Mono"/>
              </a:rPr>
              <a:t>BATCH AI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64B2709-C2DE-4202-BB39-90DB19AD6D74}"/>
              </a:ext>
            </a:extLst>
          </p:cNvPr>
          <p:cNvSpPr>
            <a:spLocks noGrp="1"/>
          </p:cNvSpPr>
          <p:nvPr/>
        </p:nvSpPr>
        <p:spPr>
          <a:xfrm>
            <a:off x="2609850" y="4238346"/>
            <a:ext cx="1638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등록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인물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임베딩과</a:t>
            </a:r>
            <a:endParaRPr sz="1013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101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사진을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AI </a:t>
            </a: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서버에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일괄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전송</a:t>
            </a:r>
            <a:endParaRPr sz="1013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B16B959-8EDD-48D1-9A30-DBE3FF703FB8}"/>
              </a:ext>
            </a:extLst>
          </p:cNvPr>
          <p:cNvSpPr>
            <a:spLocks noGrp="1"/>
          </p:cNvSpPr>
          <p:nvPr/>
        </p:nvSpPr>
        <p:spPr>
          <a:xfrm>
            <a:off x="4572000" y="2847696"/>
            <a:ext cx="1104900" cy="1104900"/>
          </a:xfrm>
          <a:prstGeom prst="ellipse">
            <a:avLst/>
          </a:prstGeom>
          <a:solidFill>
            <a:srgbClr val="ECE5FF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90FE00E-E5A6-4CDD-9E20-E6BFB278145A}"/>
              </a:ext>
            </a:extLst>
          </p:cNvPr>
          <p:cNvSpPr>
            <a:spLocks noGrp="1"/>
          </p:cNvSpPr>
          <p:nvPr/>
        </p:nvSpPr>
        <p:spPr>
          <a:xfrm>
            <a:off x="4572000" y="3019146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98921A1-4A54-465C-9C28-72E9F1639389}"/>
              </a:ext>
            </a:extLst>
          </p:cNvPr>
          <p:cNvSpPr>
            <a:spLocks noGrp="1"/>
          </p:cNvSpPr>
          <p:nvPr/>
        </p:nvSpPr>
        <p:spPr>
          <a:xfrm>
            <a:off x="4572000" y="3304896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F0B43"/>
                </a:solidFill>
                <a:latin typeface="Aptos Mono"/>
                <a:ea typeface="Aptos Mono"/>
                <a:cs typeface="Aptos Mono"/>
              </a:defRPr>
            </a:pPr>
            <a:r>
              <a:rPr sz="1350" b="1" dirty="0">
                <a:solidFill>
                  <a:srgbClr val="2F0B43"/>
                </a:solidFill>
                <a:latin typeface="Aptos Mono"/>
                <a:ea typeface="Aptos Mono"/>
                <a:cs typeface="Aptos Mono"/>
              </a:rPr>
              <a:t>FACE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95641BC-0A93-4E6E-AED3-B2A82F71487A}"/>
              </a:ext>
            </a:extLst>
          </p:cNvPr>
          <p:cNvSpPr>
            <a:spLocks noGrp="1"/>
          </p:cNvSpPr>
          <p:nvPr/>
        </p:nvSpPr>
        <p:spPr>
          <a:xfrm>
            <a:off x="4305300" y="4238346"/>
            <a:ext cx="1638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사진별</a:t>
            </a:r>
            <a:endParaRPr lang="en-US" altLang="ko-KR" sz="1013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101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/ </a:t>
            </a:r>
            <a:r>
              <a:rPr lang="ko-KR" altLang="en-US" sz="1013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매칭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/</a:t>
            </a:r>
            <a:r>
              <a:rPr lang="ko-KR" altLang="en-US"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013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언매칭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endParaRPr lang="en-US" sz="1013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101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분류</a:t>
            </a:r>
            <a:endParaRPr sz="1013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DDB91C51-8E78-462E-8EBB-E85159820496}"/>
              </a:ext>
            </a:extLst>
          </p:cNvPr>
          <p:cNvSpPr>
            <a:spLocks noGrp="1"/>
          </p:cNvSpPr>
          <p:nvPr/>
        </p:nvSpPr>
        <p:spPr>
          <a:xfrm>
            <a:off x="6267450" y="2847696"/>
            <a:ext cx="1104900" cy="1104900"/>
          </a:xfrm>
          <a:prstGeom prst="ellipse">
            <a:avLst/>
          </a:prstGeom>
          <a:solidFill>
            <a:srgbClr val="ECE5FF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C50FFAF-7E6C-444D-9317-E65E0CA0FCD1}"/>
              </a:ext>
            </a:extLst>
          </p:cNvPr>
          <p:cNvSpPr>
            <a:spLocks noGrp="1"/>
          </p:cNvSpPr>
          <p:nvPr/>
        </p:nvSpPr>
        <p:spPr>
          <a:xfrm>
            <a:off x="6267450" y="3019146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301E5CC-D106-42D1-8BE6-FA0FA0A869C8}"/>
              </a:ext>
            </a:extLst>
          </p:cNvPr>
          <p:cNvSpPr>
            <a:spLocks noGrp="1"/>
          </p:cNvSpPr>
          <p:nvPr/>
        </p:nvSpPr>
        <p:spPr>
          <a:xfrm>
            <a:off x="6267450" y="3304896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F0B43"/>
                </a:solidFill>
                <a:latin typeface="Aptos Mono"/>
                <a:ea typeface="Aptos Mono"/>
                <a:cs typeface="Aptos Mono"/>
              </a:defRPr>
            </a:pPr>
            <a:r>
              <a:rPr sz="1350" b="1" dirty="0">
                <a:solidFill>
                  <a:srgbClr val="2F0B43"/>
                </a:solidFill>
                <a:latin typeface="Aptos Mono"/>
                <a:ea typeface="Aptos Mono"/>
                <a:cs typeface="Aptos Mono"/>
              </a:rPr>
              <a:t>CLUSTER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762A577-FA4F-4089-9E21-37F2493CD2C2}"/>
              </a:ext>
            </a:extLst>
          </p:cNvPr>
          <p:cNvSpPr>
            <a:spLocks noGrp="1"/>
          </p:cNvSpPr>
          <p:nvPr/>
        </p:nvSpPr>
        <p:spPr>
          <a:xfrm>
            <a:off x="6000750" y="4238346"/>
            <a:ext cx="1638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같은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날짜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+ 200m</a:t>
            </a:r>
          </a:p>
          <a:p>
            <a:pPr algn="ctr">
              <a:defRPr sz="101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활동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단위로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endParaRPr lang="en-US" sz="1013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101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013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 </a:t>
            </a:r>
            <a:r>
              <a:rPr lang="ko-KR" altLang="en-US" sz="1013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그룹핑</a:t>
            </a:r>
            <a:endParaRPr sz="1013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1074C6BA-BB8B-41DC-A623-212B82F75277}"/>
              </a:ext>
            </a:extLst>
          </p:cNvPr>
          <p:cNvSpPr>
            <a:spLocks noGrp="1"/>
          </p:cNvSpPr>
          <p:nvPr/>
        </p:nvSpPr>
        <p:spPr>
          <a:xfrm>
            <a:off x="7962900" y="2847696"/>
            <a:ext cx="1104900" cy="1104900"/>
          </a:xfrm>
          <a:prstGeom prst="ellipse">
            <a:avLst/>
          </a:prstGeom>
          <a:solidFill>
            <a:srgbClr val="ECE5FF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B741BDA-2D29-448F-AF38-9BBEF773C492}"/>
              </a:ext>
            </a:extLst>
          </p:cNvPr>
          <p:cNvSpPr>
            <a:spLocks noGrp="1"/>
          </p:cNvSpPr>
          <p:nvPr/>
        </p:nvSpPr>
        <p:spPr>
          <a:xfrm>
            <a:off x="7962900" y="3019146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383858B-08DE-4FA3-AB02-F70DF3C1489D}"/>
              </a:ext>
            </a:extLst>
          </p:cNvPr>
          <p:cNvSpPr>
            <a:spLocks noGrp="1"/>
          </p:cNvSpPr>
          <p:nvPr/>
        </p:nvSpPr>
        <p:spPr>
          <a:xfrm>
            <a:off x="7962900" y="3304896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F0B43"/>
                </a:solidFill>
                <a:latin typeface="Aptos Mono"/>
                <a:ea typeface="Aptos Mono"/>
                <a:cs typeface="Aptos Mono"/>
              </a:defRPr>
            </a:pPr>
            <a:r>
              <a:rPr sz="1350" b="1" dirty="0">
                <a:solidFill>
                  <a:srgbClr val="2F0B43"/>
                </a:solidFill>
                <a:latin typeface="Aptos Mono"/>
                <a:ea typeface="Aptos Mono"/>
                <a:cs typeface="Aptos Mono"/>
              </a:rPr>
              <a:t>MATCH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ED6D9E3-379B-490A-B2B7-A0746F73B24B}"/>
              </a:ext>
            </a:extLst>
          </p:cNvPr>
          <p:cNvSpPr>
            <a:spLocks noGrp="1"/>
          </p:cNvSpPr>
          <p:nvPr/>
        </p:nvSpPr>
        <p:spPr>
          <a:xfrm>
            <a:off x="7372350" y="4238346"/>
            <a:ext cx="2190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1013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일정 매칭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/ </a:t>
            </a:r>
            <a:r>
              <a:rPr lang="ko-KR" altLang="en-US" sz="1013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날짜만 매칭</a:t>
            </a:r>
            <a:r>
              <a:rPr lang="en-US" altLang="ko-KR" sz="1013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/</a:t>
            </a:r>
            <a:r>
              <a:rPr lang="ko-KR" altLang="en-US" sz="1013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013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매칭없음</a:t>
            </a:r>
            <a:endParaRPr lang="en-US" altLang="ko-KR" sz="1013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101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lang="ko-KR" altLang="en-US"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일정 </a:t>
            </a:r>
            <a:r>
              <a:rPr lang="ko-KR" altLang="en-US"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그룹핑</a:t>
            </a:r>
            <a:endParaRPr sz="1013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8F08551-611D-4831-80C1-B6004ECB8A5E}"/>
              </a:ext>
            </a:extLst>
          </p:cNvPr>
          <p:cNvSpPr>
            <a:spLocks noGrp="1"/>
          </p:cNvSpPr>
          <p:nvPr/>
        </p:nvSpPr>
        <p:spPr>
          <a:xfrm>
            <a:off x="9658350" y="2847696"/>
            <a:ext cx="1104900" cy="1104900"/>
          </a:xfrm>
          <a:prstGeom prst="ellipse">
            <a:avLst/>
          </a:prstGeom>
          <a:solidFill>
            <a:srgbClr val="2F0B43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FCEED8C-09D8-488E-A379-D3B53056BE1C}"/>
              </a:ext>
            </a:extLst>
          </p:cNvPr>
          <p:cNvSpPr>
            <a:spLocks noGrp="1"/>
          </p:cNvSpPr>
          <p:nvPr/>
        </p:nvSpPr>
        <p:spPr>
          <a:xfrm>
            <a:off x="9658350" y="3019146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43647A5-57C7-4F1D-AC1F-1B907099A961}"/>
              </a:ext>
            </a:extLst>
          </p:cNvPr>
          <p:cNvSpPr>
            <a:spLocks noGrp="1"/>
          </p:cNvSpPr>
          <p:nvPr/>
        </p:nvSpPr>
        <p:spPr>
          <a:xfrm>
            <a:off x="9658350" y="3304896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 dirty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CONFIRM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791CA7C-EF52-45B6-AA6B-08B9B79EF0D2}"/>
              </a:ext>
            </a:extLst>
          </p:cNvPr>
          <p:cNvSpPr>
            <a:spLocks noGrp="1"/>
          </p:cNvSpPr>
          <p:nvPr/>
        </p:nvSpPr>
        <p:spPr>
          <a:xfrm>
            <a:off x="9391650" y="4238346"/>
            <a:ext cx="16383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후</a:t>
            </a:r>
            <a:endParaRPr sz="1013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1013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  <a:r>
              <a:rPr sz="1013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13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확정</a:t>
            </a:r>
            <a:endParaRPr sz="1013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DD48A4C-F458-4E0F-A3FC-ED7E78AE0696}"/>
              </a:ext>
            </a:extLst>
          </p:cNvPr>
          <p:cNvSpPr>
            <a:spLocks noGrp="1"/>
          </p:cNvSpPr>
          <p:nvPr/>
        </p:nvSpPr>
        <p:spPr>
          <a:xfrm>
            <a:off x="1117282" y="1664955"/>
            <a:ext cx="2800350" cy="55245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B7C9423-D22D-4E11-9057-2AFA902B8EF1}"/>
              </a:ext>
            </a:extLst>
          </p:cNvPr>
          <p:cNvSpPr>
            <a:spLocks noGrp="1"/>
          </p:cNvSpPr>
          <p:nvPr/>
        </p:nvSpPr>
        <p:spPr>
          <a:xfrm>
            <a:off x="1307782" y="1719970"/>
            <a:ext cx="2457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핵심 설계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1512BEA-FC08-4CF9-BCD6-56573856EE8A}"/>
              </a:ext>
            </a:extLst>
          </p:cNvPr>
          <p:cNvSpPr>
            <a:spLocks noGrp="1"/>
          </p:cNvSpPr>
          <p:nvPr/>
        </p:nvSpPr>
        <p:spPr>
          <a:xfrm>
            <a:off x="1253966" y="1954039"/>
            <a:ext cx="2457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분석</a:t>
            </a:r>
            <a:r>
              <a:rPr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결과를</a:t>
            </a:r>
            <a:r>
              <a:rPr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먼저</a:t>
            </a:r>
            <a:r>
              <a:rPr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보여주고</a:t>
            </a:r>
            <a:r>
              <a:rPr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확인</a:t>
            </a:r>
            <a:r>
              <a:rPr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후</a:t>
            </a:r>
            <a:r>
              <a:rPr sz="1125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25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확정</a:t>
            </a:r>
            <a:endParaRPr sz="1125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5CD6561-E1F8-49CA-AA8B-FCB3A6983E2D}"/>
              </a:ext>
            </a:extLst>
          </p:cNvPr>
          <p:cNvSpPr>
            <a:spLocks noGrp="1"/>
          </p:cNvSpPr>
          <p:nvPr/>
        </p:nvSpPr>
        <p:spPr>
          <a:xfrm>
            <a:off x="2609850" y="5745903"/>
            <a:ext cx="6953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dirty="0" err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사용자가</a:t>
            </a:r>
            <a:r>
              <a:rPr sz="2175" b="1" dirty="0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dirty="0" err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2175" b="1" dirty="0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dirty="0" err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일은</a:t>
            </a:r>
            <a:r>
              <a:rPr sz="2175" b="1" dirty="0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dirty="0" err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사진</a:t>
            </a:r>
            <a:r>
              <a:rPr sz="2175" b="1" dirty="0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dirty="0" err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업로드</a:t>
            </a:r>
            <a:r>
              <a:rPr sz="2175" b="1" dirty="0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75" b="1" dirty="0" err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하나</a:t>
            </a:r>
            <a:endParaRPr sz="2175" b="1" dirty="0">
              <a:solidFill>
                <a:srgbClr val="2F0B4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98AB695-D351-4257-9D49-AB38E4A1C889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6D0F2BC-06A1-42AF-99AD-8F063CBFB1A6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058BDB7-F5D7-4D50-AFBA-276A2D0BCFCC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991D21-31AE-6172-181B-FE205D8D6965}"/>
              </a:ext>
            </a:extLst>
          </p:cNvPr>
          <p:cNvSpPr txBox="1"/>
          <p:nvPr/>
        </p:nvSpPr>
        <p:spPr>
          <a:xfrm>
            <a:off x="1333500" y="2572900"/>
            <a:ext cx="167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Main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Server</a:t>
            </a:r>
            <a:endParaRPr kumimoji="1" lang="ko-KR" alt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26DE9A-CCC8-5EC7-9385-2893C625C0F5}"/>
              </a:ext>
            </a:extLst>
          </p:cNvPr>
          <p:cNvSpPr txBox="1"/>
          <p:nvPr/>
        </p:nvSpPr>
        <p:spPr>
          <a:xfrm>
            <a:off x="4700851" y="2547011"/>
            <a:ext cx="167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Main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Server</a:t>
            </a:r>
            <a:endParaRPr kumimoji="1" lang="ko-KR" altLang="en-US" sz="1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52D056C-88B5-B40F-F848-05D82089CADD}"/>
              </a:ext>
            </a:extLst>
          </p:cNvPr>
          <p:cNvSpPr txBox="1"/>
          <p:nvPr/>
        </p:nvSpPr>
        <p:spPr>
          <a:xfrm>
            <a:off x="3109847" y="2567153"/>
            <a:ext cx="167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AI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Server</a:t>
            </a:r>
            <a:endParaRPr kumimoji="1" lang="ko-KR" altLang="en-US" sz="1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0E395E-1422-99E7-0C40-E2B60CB1CBC9}"/>
              </a:ext>
            </a:extLst>
          </p:cNvPr>
          <p:cNvSpPr txBox="1"/>
          <p:nvPr/>
        </p:nvSpPr>
        <p:spPr>
          <a:xfrm>
            <a:off x="6413421" y="2527668"/>
            <a:ext cx="167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Main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Server</a:t>
            </a:r>
            <a:endParaRPr kumimoji="1" lang="ko-KR" alt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B19D2B-5E44-D7FB-4A7D-501899C0521B}"/>
              </a:ext>
            </a:extLst>
          </p:cNvPr>
          <p:cNvSpPr txBox="1"/>
          <p:nvPr/>
        </p:nvSpPr>
        <p:spPr>
          <a:xfrm>
            <a:off x="8063504" y="2515094"/>
            <a:ext cx="167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Main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Server</a:t>
            </a:r>
            <a:endParaRPr kumimoji="1" lang="ko-KR" altLang="en-US" sz="1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6A6DF17-8948-8665-072A-FE3967E43544}"/>
              </a:ext>
            </a:extLst>
          </p:cNvPr>
          <p:cNvSpPr txBox="1"/>
          <p:nvPr/>
        </p:nvSpPr>
        <p:spPr>
          <a:xfrm>
            <a:off x="9806152" y="2515093"/>
            <a:ext cx="167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Main</a:t>
            </a:r>
            <a:r>
              <a:rPr kumimoji="1" lang="ko-KR" altLang="en-US" sz="1000" dirty="0"/>
              <a:t> </a:t>
            </a:r>
            <a:r>
              <a:rPr kumimoji="1" lang="en-US" altLang="ko-KR" sz="1000" dirty="0"/>
              <a:t>Server</a:t>
            </a:r>
            <a:endParaRPr kumimoji="1"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14B047-2C36-C974-268C-95865889AAFF}"/>
              </a:ext>
            </a:extLst>
          </p:cNvPr>
          <p:cNvSpPr txBox="1"/>
          <p:nvPr/>
        </p:nvSpPr>
        <p:spPr>
          <a:xfrm>
            <a:off x="1549241" y="2378213"/>
            <a:ext cx="167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DB</a:t>
            </a:r>
            <a:endParaRPr kumimoji="1" lang="ko-KR" altLang="en-US" sz="1000" dirty="0"/>
          </a:p>
        </p:txBody>
      </p:sp>
      <p:sp>
        <p:nvSpPr>
          <p:cNvPr id="68" name="삼각형 67">
            <a:extLst>
              <a:ext uri="{FF2B5EF4-FFF2-40B4-BE49-F238E27FC236}">
                <a16:creationId xmlns:a16="http://schemas.microsoft.com/office/drawing/2014/main" id="{C4801B85-DF9C-FCAF-2CD4-26A53580D408}"/>
              </a:ext>
            </a:extLst>
          </p:cNvPr>
          <p:cNvSpPr>
            <a:spLocks noGrp="1"/>
          </p:cNvSpPr>
          <p:nvPr/>
        </p:nvSpPr>
        <p:spPr>
          <a:xfrm rot="5400000">
            <a:off x="2696134" y="3339614"/>
            <a:ext cx="242591" cy="226629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9" name="삼각형 68">
            <a:extLst>
              <a:ext uri="{FF2B5EF4-FFF2-40B4-BE49-F238E27FC236}">
                <a16:creationId xmlns:a16="http://schemas.microsoft.com/office/drawing/2014/main" id="{268195BE-9120-87C6-1930-60ABA06B1B81}"/>
              </a:ext>
            </a:extLst>
          </p:cNvPr>
          <p:cNvSpPr>
            <a:spLocks noGrp="1"/>
          </p:cNvSpPr>
          <p:nvPr/>
        </p:nvSpPr>
        <p:spPr>
          <a:xfrm rot="5400000">
            <a:off x="4380187" y="3327740"/>
            <a:ext cx="242591" cy="226629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0" name="삼각형 69">
            <a:extLst>
              <a:ext uri="{FF2B5EF4-FFF2-40B4-BE49-F238E27FC236}">
                <a16:creationId xmlns:a16="http://schemas.microsoft.com/office/drawing/2014/main" id="{848E9EE3-6FAA-39FE-63AD-36A6776B021B}"/>
              </a:ext>
            </a:extLst>
          </p:cNvPr>
          <p:cNvSpPr>
            <a:spLocks noGrp="1"/>
          </p:cNvSpPr>
          <p:nvPr/>
        </p:nvSpPr>
        <p:spPr>
          <a:xfrm rot="5400000">
            <a:off x="6085528" y="3341356"/>
            <a:ext cx="242591" cy="226629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1" name="삼각형 70">
            <a:extLst>
              <a:ext uri="{FF2B5EF4-FFF2-40B4-BE49-F238E27FC236}">
                <a16:creationId xmlns:a16="http://schemas.microsoft.com/office/drawing/2014/main" id="{6E893501-53B0-66BC-C150-401669E2811F}"/>
              </a:ext>
            </a:extLst>
          </p:cNvPr>
          <p:cNvSpPr>
            <a:spLocks noGrp="1"/>
          </p:cNvSpPr>
          <p:nvPr/>
        </p:nvSpPr>
        <p:spPr>
          <a:xfrm rot="5400000">
            <a:off x="7791312" y="3334910"/>
            <a:ext cx="242591" cy="226629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2" name="삼각형 71">
            <a:extLst>
              <a:ext uri="{FF2B5EF4-FFF2-40B4-BE49-F238E27FC236}">
                <a16:creationId xmlns:a16="http://schemas.microsoft.com/office/drawing/2014/main" id="{9AA21069-E6C2-19D0-EE2E-0578BDE4EB95}"/>
              </a:ext>
            </a:extLst>
          </p:cNvPr>
          <p:cNvSpPr>
            <a:spLocks noGrp="1"/>
          </p:cNvSpPr>
          <p:nvPr/>
        </p:nvSpPr>
        <p:spPr>
          <a:xfrm rot="5400000">
            <a:off x="9518004" y="3321597"/>
            <a:ext cx="242591" cy="226629"/>
          </a:xfrm>
          <a:prstGeom prst="triangle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F32AE98-15BD-B806-D6B7-9CA7B70EA0A1}"/>
              </a:ext>
            </a:extLst>
          </p:cNvPr>
          <p:cNvSpPr txBox="1"/>
          <p:nvPr/>
        </p:nvSpPr>
        <p:spPr>
          <a:xfrm>
            <a:off x="10019782" y="2336574"/>
            <a:ext cx="167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dirty="0"/>
              <a:t>DB</a:t>
            </a:r>
            <a:endParaRPr kumimoji="1"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811024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AB1EA4D3-4412-4FFB-9A1A-32E8E66DCBC7}"/>
              </a:ext>
            </a:extLst>
          </p:cNvPr>
          <p:cNvSpPr>
            <a:spLocks noGrp="1"/>
          </p:cNvSpPr>
          <p:nvPr/>
        </p:nvSpPr>
        <p:spPr>
          <a:xfrm>
            <a:off x="0" y="11289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BCD732-1026-4EC1-9CC4-7E22B5EB98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D444D7-8324-43D1-9344-BBC2B29C0451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28512E-55F4-4563-AB98-B2CF6D91C502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AF4D14F-E74A-4DCB-A531-28AEFAF58D46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5FB7BAE-E033-423B-8406-0796E808263F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6C984E-35AD-44F1-B03E-B278954ABE43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5DA928-2190-4CB7-A74B-467BD350CFD7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5FE24DB-9849-44C7-B935-A26D821B880B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FF773C7-E450-44FC-84E3-4A790BAE9FD5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CF1644-0AAE-455A-89C5-CD4FF180E099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4605F6-CABC-4A1B-8027-FC400AD762D1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89335B-F03D-440A-9883-F4B600DC0754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115C63-D969-4CC7-84DC-47B23596CDF4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3EF2F43-1E10-4B32-A8A1-819236F370FC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980001-7BAD-48DC-916B-EC3D291346EB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22EE1C-DF52-4994-9E35-2E7757F47634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E34EB4D-7790-46B2-B5D4-FFCE752CD7A4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D2917ED-994B-49F6-9DD5-F6C7D9F60F8E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FC2566-ED52-4FDD-8C92-BCE6EA48ECD9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90BA7E-6A07-41C7-959A-AEF20A2DB591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BB1A457-3F18-45BE-8D1D-B59A4F520A1C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DECISION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723FB0F-6B96-4666-96BD-35E7D21490EE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DESIGN DECISION ①②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5A2C2AE-BC56-46CE-AD01-40C79EAD2D8B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기록의 진실성을 어떻게 코드로 구현했나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552F72-E7E8-4003-AC85-350D53ED3BEB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두 결정 모두 사용자가 아닌 시스템이 기록의 기준을 잡는다는 철학에서 나왔습니다.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F73E5C-5527-46E0-8C68-5C8AE8A5C70C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B1116D2-620D-4EE7-B6DE-FC904775205D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4762500" cy="354330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A3CE2E2-85D4-4623-B530-2C2F711B8A41}"/>
              </a:ext>
            </a:extLst>
          </p:cNvPr>
          <p:cNvSpPr>
            <a:spLocks noGrp="1"/>
          </p:cNvSpPr>
          <p:nvPr/>
        </p:nvSpPr>
        <p:spPr>
          <a:xfrm>
            <a:off x="990600" y="1676400"/>
            <a:ext cx="4762500" cy="3543300"/>
          </a:xfrm>
          <a:prstGeom prst="rect">
            <a:avLst/>
          </a:prstGeom>
          <a:solidFill>
            <a:srgbClr val="2F0B43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0B58CD4-AE33-4E2A-B80A-5F34FA616E75}"/>
              </a:ext>
            </a:extLst>
          </p:cNvPr>
          <p:cNvSpPr>
            <a:spLocks noGrp="1"/>
          </p:cNvSpPr>
          <p:nvPr/>
        </p:nvSpPr>
        <p:spPr>
          <a:xfrm>
            <a:off x="1219200" y="1924050"/>
            <a:ext cx="762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33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08DB9D5-5178-41ED-8B76-DD5175C0AFD7}"/>
              </a:ext>
            </a:extLst>
          </p:cNvPr>
          <p:cNvSpPr>
            <a:spLocks noGrp="1"/>
          </p:cNvSpPr>
          <p:nvPr/>
        </p:nvSpPr>
        <p:spPr>
          <a:xfrm>
            <a:off x="2133600" y="1962150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Haversine 클러스터링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F903527-4B5A-4E37-A901-55626919018D}"/>
              </a:ext>
            </a:extLst>
          </p:cNvPr>
          <p:cNvSpPr>
            <a:spLocks noGrp="1"/>
          </p:cNvSpPr>
          <p:nvPr/>
        </p:nvSpPr>
        <p:spPr>
          <a:xfrm>
            <a:off x="2133600" y="2495550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QUESTION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6CAF3DF-75B7-45EA-9EAE-7CD405D77A74}"/>
              </a:ext>
            </a:extLst>
          </p:cNvPr>
          <p:cNvSpPr>
            <a:spLocks noGrp="1"/>
          </p:cNvSpPr>
          <p:nvPr/>
        </p:nvSpPr>
        <p:spPr>
          <a:xfrm>
            <a:off x="2133600" y="270510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같은 장소에서 10장을 찍어도 방문은 한 번인가?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28E23B-7116-4904-A898-0BFED664CFAD}"/>
              </a:ext>
            </a:extLst>
          </p:cNvPr>
          <p:cNvSpPr>
            <a:spLocks noGrp="1"/>
          </p:cNvSpPr>
          <p:nvPr/>
        </p:nvSpPr>
        <p:spPr>
          <a:xfrm>
            <a:off x="2133600" y="318135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CODE DECISION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A41278B-63F3-4141-923F-F2F385B138D1}"/>
              </a:ext>
            </a:extLst>
          </p:cNvPr>
          <p:cNvSpPr>
            <a:spLocks noGrp="1"/>
          </p:cNvSpPr>
          <p:nvPr/>
        </p:nvSpPr>
        <p:spPr>
          <a:xfrm>
            <a:off x="2133600" y="339090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 err="1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같은</a:t>
            </a:r>
            <a:r>
              <a:rPr sz="1050" b="0" dirty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날짜</a:t>
            </a:r>
            <a:r>
              <a:rPr sz="1050" b="0" dirty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 + 200m </a:t>
            </a:r>
            <a:r>
              <a:rPr sz="1050" b="0" dirty="0" err="1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이내</a:t>
            </a:r>
            <a:r>
              <a:rPr sz="1050" b="0" dirty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사진을</a:t>
            </a:r>
            <a:r>
              <a:rPr sz="1050" b="0" dirty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하나의</a:t>
            </a:r>
            <a:r>
              <a:rPr sz="1050" b="0" dirty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활동으로</a:t>
            </a:r>
            <a:r>
              <a:rPr sz="1050" b="0" dirty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묶음</a:t>
            </a:r>
            <a:endParaRPr sz="1050" b="0" dirty="0">
              <a:solidFill>
                <a:srgbClr val="DED1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FC09BDD-9DDA-4269-9B29-376B8AA36D5B}"/>
              </a:ext>
            </a:extLst>
          </p:cNvPr>
          <p:cNvSpPr>
            <a:spLocks noGrp="1"/>
          </p:cNvSpPr>
          <p:nvPr/>
        </p:nvSpPr>
        <p:spPr>
          <a:xfrm>
            <a:off x="2133600" y="4667250"/>
            <a:ext cx="3295650" cy="3810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4FB2531-AAF1-4A17-847B-0DE1A9815D4D}"/>
              </a:ext>
            </a:extLst>
          </p:cNvPr>
          <p:cNvSpPr>
            <a:spLocks noGrp="1"/>
          </p:cNvSpPr>
          <p:nvPr/>
        </p:nvSpPr>
        <p:spPr>
          <a:xfrm>
            <a:off x="2305050" y="47815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중복 방문 기록 방지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3693538-E06A-4590-9602-C63AD6F65C4E}"/>
              </a:ext>
            </a:extLst>
          </p:cNvPr>
          <p:cNvSpPr>
            <a:spLocks noGrp="1"/>
          </p:cNvSpPr>
          <p:nvPr/>
        </p:nvSpPr>
        <p:spPr>
          <a:xfrm>
            <a:off x="6400800" y="1752600"/>
            <a:ext cx="4762500" cy="354330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F05010F-C6D6-4915-88E7-20DC5520D48B}"/>
              </a:ext>
            </a:extLst>
          </p:cNvPr>
          <p:cNvSpPr>
            <a:spLocks noGrp="1"/>
          </p:cNvSpPr>
          <p:nvPr/>
        </p:nvSpPr>
        <p:spPr>
          <a:xfrm>
            <a:off x="6324600" y="1676400"/>
            <a:ext cx="4762500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A6A02D6-C100-4EFC-9AB4-3E45933FED18}"/>
              </a:ext>
            </a:extLst>
          </p:cNvPr>
          <p:cNvSpPr>
            <a:spLocks noGrp="1"/>
          </p:cNvSpPr>
          <p:nvPr/>
        </p:nvSpPr>
        <p:spPr>
          <a:xfrm>
            <a:off x="6553200" y="1924050"/>
            <a:ext cx="762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337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6862C9D-4F29-44C7-AF35-1B0A1CA5D414}"/>
              </a:ext>
            </a:extLst>
          </p:cNvPr>
          <p:cNvSpPr>
            <a:spLocks noGrp="1"/>
          </p:cNvSpPr>
          <p:nvPr/>
        </p:nvSpPr>
        <p:spPr>
          <a:xfrm>
            <a:off x="7467600" y="1962150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3단계 매칭 우선순위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66C1BC0-B5A7-450B-857E-1DF8E33798AE}"/>
              </a:ext>
            </a:extLst>
          </p:cNvPr>
          <p:cNvSpPr>
            <a:spLocks noGrp="1"/>
          </p:cNvSpPr>
          <p:nvPr/>
        </p:nvSpPr>
        <p:spPr>
          <a:xfrm>
            <a:off x="7467600" y="2495550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QUESTION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1EAADB5-E256-4971-AE8B-A415FB905E55}"/>
              </a:ext>
            </a:extLst>
          </p:cNvPr>
          <p:cNvSpPr>
            <a:spLocks noGrp="1"/>
          </p:cNvSpPr>
          <p:nvPr/>
        </p:nvSpPr>
        <p:spPr>
          <a:xfrm>
            <a:off x="7467600" y="270510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계획된 일정이 실제로 이뤄진 것인가?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F5B10E0-8EF7-4613-A0D7-C1BBD3C3062D}"/>
              </a:ext>
            </a:extLst>
          </p:cNvPr>
          <p:cNvSpPr>
            <a:spLocks noGrp="1"/>
          </p:cNvSpPr>
          <p:nvPr/>
        </p:nvSpPr>
        <p:spPr>
          <a:xfrm>
            <a:off x="7467600" y="318135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CODE DECISION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54A8E2C-C0DA-4728-B777-93AB27CB99D4}"/>
              </a:ext>
            </a:extLst>
          </p:cNvPr>
          <p:cNvSpPr>
            <a:spLocks noGrp="1"/>
          </p:cNvSpPr>
          <p:nvPr/>
        </p:nvSpPr>
        <p:spPr>
          <a:xfrm>
            <a:off x="7467600" y="339090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exact →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date_only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→ none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순서로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서버가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먼저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판정</a:t>
            </a:r>
            <a:endParaRPr sz="1050" b="0" dirty="0">
              <a:solidFill>
                <a:srgbClr val="676070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B624235-6CD1-4B31-8262-EF63DAC2CA18}"/>
              </a:ext>
            </a:extLst>
          </p:cNvPr>
          <p:cNvSpPr>
            <a:spLocks noGrp="1"/>
          </p:cNvSpPr>
          <p:nvPr/>
        </p:nvSpPr>
        <p:spPr>
          <a:xfrm>
            <a:off x="7467600" y="4667250"/>
            <a:ext cx="3295650" cy="381000"/>
          </a:xfrm>
          <a:prstGeom prst="rect">
            <a:avLst/>
          </a:prstGeom>
          <a:solidFill>
            <a:srgbClr val="ECE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8A66F90-3694-4260-AC69-6EC446007E38}"/>
              </a:ext>
            </a:extLst>
          </p:cNvPr>
          <p:cNvSpPr>
            <a:spLocks noGrp="1"/>
          </p:cNvSpPr>
          <p:nvPr/>
        </p:nvSpPr>
        <p:spPr>
          <a:xfrm>
            <a:off x="7639050" y="47815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사용자 개입은 마지막에만 요청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8F2F8B3-7C7B-470A-8134-B73B818F09B0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DBDC9D8-B8A6-433B-A1E0-17123315821C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AF698E6-2325-4C96-9C3A-C96FD4014852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466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D6048CC7-259F-44F0-AEB1-562A5193B9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D3E289-ED2B-42E9-AE89-556D706BB0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B36A6C-E79A-47C2-801A-7D0ABCDF0E9E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9C61DF-87B0-4D5D-A6C5-258F23FB3637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BDEDC9-2120-485A-8305-DB6F45E35734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6C6907-A16C-47F3-89DA-CA16981DC4F1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42C905-02A9-4132-8D2D-3C4AA8A880B1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315FAE0-5597-460A-90BA-DC6F521BD72D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1FD6640-8614-4CA8-84B9-B0B0A3B8C630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E1B3680-8A2A-4B89-A274-5BCB37C5B868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D33922-FF69-4323-ADB1-EB6460A65C10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C96543-555F-4116-8C82-43E529DF337B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8E3756-E290-4999-9980-5A8212EC3CB2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A1E244-C217-4696-B0C3-A56A07C72999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CC52208-0E86-4BAB-8F85-9C080B75FE8A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ED0E47-F34A-48A0-9544-5664709FF114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C1C673E-FC65-477F-B67B-3882B5F57083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CDF7E33-F1F9-4D6B-8665-6B66BD0B8922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2A3025E-AC6B-4D63-A6B5-5ADD6DF0DAFD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75F7700-6A22-4650-B4A5-7FF04A733CB9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2109AD1-8604-44BC-AB51-CFC18FC1D327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F82F3D7-B068-4523-8C5D-D01393B8D54A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DECISION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26177B4-506B-4B5F-9599-E7C5652D5AD7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DESIGN DECISION ③④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43EEAE3-A2CC-495D-BE5C-B9A5EC0E1C03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기록은 수정되는 게 아니라 쌓이는 것이어야 합니다.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9FC717-2E04-4D81-830F-E478AFBECDAD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서버가 상태의 Source of Truth를 전담하고 관계 밀도의 왜곡을 막습니다.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473BEC2-5D7C-4853-8673-03EA1D36FDB6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0B91E76-C65F-4501-9603-B50D53AC8C0A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4762500" cy="354330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F5DB933-7B41-4D09-89D1-008FA19C1D34}"/>
              </a:ext>
            </a:extLst>
          </p:cNvPr>
          <p:cNvSpPr>
            <a:spLocks noGrp="1"/>
          </p:cNvSpPr>
          <p:nvPr/>
        </p:nvSpPr>
        <p:spPr>
          <a:xfrm>
            <a:off x="990600" y="1676400"/>
            <a:ext cx="4762500" cy="35433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54E895F-2825-4315-BF00-5280D9A15101}"/>
              </a:ext>
            </a:extLst>
          </p:cNvPr>
          <p:cNvSpPr>
            <a:spLocks noGrp="1"/>
          </p:cNvSpPr>
          <p:nvPr/>
        </p:nvSpPr>
        <p:spPr>
          <a:xfrm>
            <a:off x="1219200" y="1924050"/>
            <a:ext cx="762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3375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E3D6E4C-E76C-4B50-9391-E58EF3F2EB3F}"/>
              </a:ext>
            </a:extLst>
          </p:cNvPr>
          <p:cNvSpPr>
            <a:spLocks noGrp="1"/>
          </p:cNvSpPr>
          <p:nvPr/>
        </p:nvSpPr>
        <p:spPr>
          <a:xfrm>
            <a:off x="2133600" y="1962150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단방향 State Machine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F15106D-1241-448D-B1D6-A704794C88D5}"/>
              </a:ext>
            </a:extLst>
          </p:cNvPr>
          <p:cNvSpPr>
            <a:spLocks noGrp="1"/>
          </p:cNvSpPr>
          <p:nvPr/>
        </p:nvSpPr>
        <p:spPr>
          <a:xfrm>
            <a:off x="2133600" y="2495550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QUESTION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D50400E-CCD5-4588-ADEB-E170388B88D0}"/>
              </a:ext>
            </a:extLst>
          </p:cNvPr>
          <p:cNvSpPr>
            <a:spLocks noGrp="1"/>
          </p:cNvSpPr>
          <p:nvPr/>
        </p:nvSpPr>
        <p:spPr>
          <a:xfrm>
            <a:off x="2133600" y="270510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완료된 기록이 다시 계획 상태로 돌아가도 되는가?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E121E5B-D842-47A7-8A11-C343500E9778}"/>
              </a:ext>
            </a:extLst>
          </p:cNvPr>
          <p:cNvSpPr>
            <a:spLocks noGrp="1"/>
          </p:cNvSpPr>
          <p:nvPr/>
        </p:nvSpPr>
        <p:spPr>
          <a:xfrm>
            <a:off x="2133600" y="318135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CODE DECISION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468CFBD-C858-4C91-9EDE-A80E8AC18228}"/>
              </a:ext>
            </a:extLst>
          </p:cNvPr>
          <p:cNvSpPr>
            <a:spLocks noGrp="1"/>
          </p:cNvSpPr>
          <p:nvPr/>
        </p:nvSpPr>
        <p:spPr>
          <a:xfrm>
            <a:off x="2133600" y="339090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Planned → Completed 단방향 전이, 미래 완료 차단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9DF21C4-FFE1-4D3F-9BC4-C8F71C434F6A}"/>
              </a:ext>
            </a:extLst>
          </p:cNvPr>
          <p:cNvSpPr>
            <a:spLocks noGrp="1"/>
          </p:cNvSpPr>
          <p:nvPr/>
        </p:nvSpPr>
        <p:spPr>
          <a:xfrm>
            <a:off x="2133600" y="4667250"/>
            <a:ext cx="3295650" cy="381000"/>
          </a:xfrm>
          <a:prstGeom prst="rect">
            <a:avLst/>
          </a:prstGeom>
          <a:solidFill>
            <a:srgbClr val="ECE5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B642F47-7E01-471D-BB52-DC45EF51AAEC}"/>
              </a:ext>
            </a:extLst>
          </p:cNvPr>
          <p:cNvSpPr>
            <a:spLocks noGrp="1"/>
          </p:cNvSpPr>
          <p:nvPr/>
        </p:nvSpPr>
        <p:spPr>
          <a:xfrm>
            <a:off x="2305050" y="47815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과거 기록의 임의 변경 차단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FDE85BC-C316-4D99-BFA3-F6E0A873D2D9}"/>
              </a:ext>
            </a:extLst>
          </p:cNvPr>
          <p:cNvSpPr>
            <a:spLocks noGrp="1"/>
          </p:cNvSpPr>
          <p:nvPr/>
        </p:nvSpPr>
        <p:spPr>
          <a:xfrm>
            <a:off x="6400800" y="1752600"/>
            <a:ext cx="4762500" cy="354330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02B5EE5-E0D9-408A-9E37-A127317FAE61}"/>
              </a:ext>
            </a:extLst>
          </p:cNvPr>
          <p:cNvSpPr>
            <a:spLocks noGrp="1"/>
          </p:cNvSpPr>
          <p:nvPr/>
        </p:nvSpPr>
        <p:spPr>
          <a:xfrm>
            <a:off x="6324600" y="1676400"/>
            <a:ext cx="4762500" cy="3543300"/>
          </a:xfrm>
          <a:prstGeom prst="rect">
            <a:avLst/>
          </a:prstGeom>
          <a:solidFill>
            <a:srgbClr val="2F0B43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B08DE13-FD4A-470C-8546-BD808C03D3D8}"/>
              </a:ext>
            </a:extLst>
          </p:cNvPr>
          <p:cNvSpPr>
            <a:spLocks noGrp="1"/>
          </p:cNvSpPr>
          <p:nvPr/>
        </p:nvSpPr>
        <p:spPr>
          <a:xfrm>
            <a:off x="6553200" y="1924050"/>
            <a:ext cx="762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7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33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3289F0B-DB88-4BEC-A804-12609DBE22E3}"/>
              </a:ext>
            </a:extLst>
          </p:cNvPr>
          <p:cNvSpPr>
            <a:spLocks noGrp="1"/>
          </p:cNvSpPr>
          <p:nvPr/>
        </p:nvSpPr>
        <p:spPr>
          <a:xfrm>
            <a:off x="7467600" y="1962150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중복 카운트 방지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6D83625-AC99-4F96-8C9D-F31D3268F793}"/>
              </a:ext>
            </a:extLst>
          </p:cNvPr>
          <p:cNvSpPr>
            <a:spLocks noGrp="1"/>
          </p:cNvSpPr>
          <p:nvPr/>
        </p:nvSpPr>
        <p:spPr>
          <a:xfrm>
            <a:off x="7467600" y="2495550"/>
            <a:ext cx="1143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QUESTION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7A8B9D1-F226-4466-B4DA-4E246FC01FDA}"/>
              </a:ext>
            </a:extLst>
          </p:cNvPr>
          <p:cNvSpPr>
            <a:spLocks noGrp="1"/>
          </p:cNvSpPr>
          <p:nvPr/>
        </p:nvSpPr>
        <p:spPr>
          <a:xfrm>
            <a:off x="7467600" y="270510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같은 사람과 찍은 10장을 10회 만남으로 볼 것인가?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BB5B5E1-F926-4DFE-BAF5-BD290CEA7B15}"/>
              </a:ext>
            </a:extLst>
          </p:cNvPr>
          <p:cNvSpPr>
            <a:spLocks noGrp="1"/>
          </p:cNvSpPr>
          <p:nvPr/>
        </p:nvSpPr>
        <p:spPr>
          <a:xfrm>
            <a:off x="7467600" y="3181350"/>
            <a:ext cx="1428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CODE DECISION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1C64E92-6269-4BC8-A92E-4EFCFE524BE4}"/>
              </a:ext>
            </a:extLst>
          </p:cNvPr>
          <p:cNvSpPr>
            <a:spLocks noGrp="1"/>
          </p:cNvSpPr>
          <p:nvPr/>
        </p:nvSpPr>
        <p:spPr>
          <a:xfrm>
            <a:off x="7467600" y="3390900"/>
            <a:ext cx="323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ED1FF"/>
                </a:solidFill>
                <a:latin typeface="Apple SD Gothic Neo"/>
                <a:ea typeface="Apple SD Gothic Neo"/>
                <a:cs typeface="Apple SD Gothic Neo"/>
              </a:rPr>
              <a:t>동일 날짜 내 인물 데이터를 Set 연산으로 집계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5C2AC63-F582-48F7-A327-79A90E322085}"/>
              </a:ext>
            </a:extLst>
          </p:cNvPr>
          <p:cNvSpPr>
            <a:spLocks noGrp="1"/>
          </p:cNvSpPr>
          <p:nvPr/>
        </p:nvSpPr>
        <p:spPr>
          <a:xfrm>
            <a:off x="7467600" y="4667250"/>
            <a:ext cx="3295650" cy="3810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60BE7D9-3F28-4A31-B9B4-922FEAE3731C}"/>
              </a:ext>
            </a:extLst>
          </p:cNvPr>
          <p:cNvSpPr>
            <a:spLocks noGrp="1"/>
          </p:cNvSpPr>
          <p:nvPr/>
        </p:nvSpPr>
        <p:spPr>
          <a:xfrm>
            <a:off x="7639050" y="47815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관계 밀도 왜곡 방지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5C7D2F8-D7CF-478C-9BDF-364CA068C5A9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FCF9799-4B02-4D91-8F86-783D2F1C8846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087C157-F015-4690-91E6-C158B0E134A7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8486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직사각형 55">
            <a:extLst>
              <a:ext uri="{FF2B5EF4-FFF2-40B4-BE49-F238E27FC236}">
                <a16:creationId xmlns:a16="http://schemas.microsoft.com/office/drawing/2014/main" id="{4042E76A-6F1F-4C50-BA0C-CBB578A67984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0AA502-6368-4959-AAB0-A8E7082108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A770685-9FE9-4E88-8E46-756846B753BD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61B3A4-94CA-43DA-B3B4-B7BF45B166F1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4E240A-38B1-49C1-A7EF-3E9675B64BB6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F3EDB4-F283-438E-BF86-04FCB64576D1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2E9D9B-2504-480B-B8DF-5CAF00049FAA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154CFBE-6B89-4CCC-AA02-B1B8A5CBD9C0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359625-0156-4510-89AB-286AA23A61B6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330E7C-3BC9-4A1F-94A7-18CAEC9A075F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58D6BE-D139-47C2-8AF7-0D6857CC3D54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BCB4C6-8765-4579-AD22-E6A9BEFB656E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379E2C8-E8C9-4FFB-A673-F7E09F7F7D70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89A53F6-7AE8-4F58-96BA-AB90F425165E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6CC166-1CB9-4E44-9345-1B2BBE5185EF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5839104-608C-43B5-816D-94839C10A2EE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DAA6A4-7608-4BEC-B5C6-EED5C9C960B2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4AD35EC-B591-43E6-B69F-1B311B027406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0D2C77A-D91E-4002-AAC2-37697F9EF86A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EDA4872-EBB0-40EE-9729-C62DFA237F45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26F4E2D-A650-4CA3-8DAE-6749B3E525CA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8DF4502-1210-46D1-8A6B-0F101EDC51AB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RESULT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0C6903-111B-474D-986F-15C2DB272687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IMPLEMENTATION RESULT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411E69-3745-432E-BD24-AEF2E71E797F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CLUSTER는 현재 실배포 상태입니다.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78CA59C-C18C-45E6-AB2D-B5BEDC2C7473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5개 도메인과 Swagger 문서화까지 구현되어 재현 가능성과 확장 가능성을 확보했습니다.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055B763-E634-44AE-A2AB-0FDDEAACAB68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FE96515-0D64-4ACB-9A7F-E75E3830C3CD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3200400" cy="165735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C826381-2451-4005-9044-D6534BA4FC51}"/>
              </a:ext>
            </a:extLst>
          </p:cNvPr>
          <p:cNvSpPr>
            <a:spLocks noGrp="1"/>
          </p:cNvSpPr>
          <p:nvPr/>
        </p:nvSpPr>
        <p:spPr>
          <a:xfrm>
            <a:off x="4495800" y="215265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LIVE SERVICE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037F50C-9535-4550-884A-D199CC63A465}"/>
              </a:ext>
            </a:extLst>
          </p:cNvPr>
          <p:cNvSpPr>
            <a:spLocks noGrp="1"/>
          </p:cNvSpPr>
          <p:nvPr/>
        </p:nvSpPr>
        <p:spPr>
          <a:xfrm>
            <a:off x="4495800" y="2590800"/>
            <a:ext cx="3200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Vercel · Railway · HuggingFace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83EF1E1-541C-4408-8B12-4DDCA30DDB19}"/>
              </a:ext>
            </a:extLst>
          </p:cNvPr>
          <p:cNvSpPr>
            <a:spLocks noGrp="1"/>
          </p:cNvSpPr>
          <p:nvPr/>
        </p:nvSpPr>
        <p:spPr>
          <a:xfrm>
            <a:off x="4495800" y="3028950"/>
            <a:ext cx="3200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EDE7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EDE7FF"/>
                </a:solidFill>
                <a:latin typeface="Apple SD Gothic Neo"/>
                <a:ea typeface="Apple SD Gothic Neo"/>
                <a:cs typeface="Apple SD Gothic Neo"/>
              </a:rPr>
              <a:t>실제 동작하는 코드로 구현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2EC9DC0-BA34-4B70-B8E5-098443C24C10}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19250" cy="12382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992C60-85EE-4181-B206-70067D2159E7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1619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E3FCBB7-407F-4C8B-BAE4-37C1DEEE9071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AUTH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47F5989-BC85-4CC7-8429-DC1C32B4CBBA}"/>
              </a:ext>
            </a:extLst>
          </p:cNvPr>
          <p:cNvSpPr>
            <a:spLocks noGrp="1"/>
          </p:cNvSpPr>
          <p:nvPr/>
        </p:nvSpPr>
        <p:spPr>
          <a:xfrm>
            <a:off x="1123950" y="2686050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JWT 인증</a:t>
            </a: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프로필 임베딩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7E6030F-1196-46F3-A030-F3CFD5164DFA}"/>
              </a:ext>
            </a:extLst>
          </p:cNvPr>
          <p:cNvSpPr>
            <a:spLocks noGrp="1"/>
          </p:cNvSpPr>
          <p:nvPr/>
        </p:nvSpPr>
        <p:spPr>
          <a:xfrm>
            <a:off x="2552700" y="4305300"/>
            <a:ext cx="1619250" cy="12382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9650836-7494-4190-93FD-529403A0E676}"/>
              </a:ext>
            </a:extLst>
          </p:cNvPr>
          <p:cNvSpPr>
            <a:spLocks noGrp="1"/>
          </p:cNvSpPr>
          <p:nvPr/>
        </p:nvSpPr>
        <p:spPr>
          <a:xfrm>
            <a:off x="2476500" y="4229100"/>
            <a:ext cx="1619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7D23400-BD82-43CA-A1A1-3E45E8265C7E}"/>
              </a:ext>
            </a:extLst>
          </p:cNvPr>
          <p:cNvSpPr>
            <a:spLocks noGrp="1"/>
          </p:cNvSpPr>
          <p:nvPr/>
        </p:nvSpPr>
        <p:spPr>
          <a:xfrm>
            <a:off x="2476500" y="44958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PEOPLE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5D262CE-518A-4760-BCDC-5A60C257E292}"/>
              </a:ext>
            </a:extLst>
          </p:cNvPr>
          <p:cNvSpPr>
            <a:spLocks noGrp="1"/>
          </p:cNvSpPr>
          <p:nvPr/>
        </p:nvSpPr>
        <p:spPr>
          <a:xfrm>
            <a:off x="2686050" y="4914900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인물 등록</a:t>
            </a: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관계 상태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BDD7274-8776-4DC8-AC32-EA78F7892479}"/>
              </a:ext>
            </a:extLst>
          </p:cNvPr>
          <p:cNvSpPr>
            <a:spLocks noGrp="1"/>
          </p:cNvSpPr>
          <p:nvPr/>
        </p:nvSpPr>
        <p:spPr>
          <a:xfrm>
            <a:off x="5276850" y="4305300"/>
            <a:ext cx="1619250" cy="12382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323C960-68A8-47AB-98F0-C11E45297D76}"/>
              </a:ext>
            </a:extLst>
          </p:cNvPr>
          <p:cNvSpPr>
            <a:spLocks noGrp="1"/>
          </p:cNvSpPr>
          <p:nvPr/>
        </p:nvSpPr>
        <p:spPr>
          <a:xfrm>
            <a:off x="5200650" y="4229100"/>
            <a:ext cx="1619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3288038-04C0-40C7-8273-439AA84EC659}"/>
              </a:ext>
            </a:extLst>
          </p:cNvPr>
          <p:cNvSpPr>
            <a:spLocks noGrp="1"/>
          </p:cNvSpPr>
          <p:nvPr/>
        </p:nvSpPr>
        <p:spPr>
          <a:xfrm>
            <a:off x="5200650" y="44958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PLACE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0D6D2CD-DF5C-439A-BD86-FFAAF2EEFAF7}"/>
              </a:ext>
            </a:extLst>
          </p:cNvPr>
          <p:cNvSpPr>
            <a:spLocks noGrp="1"/>
          </p:cNvSpPr>
          <p:nvPr/>
        </p:nvSpPr>
        <p:spPr>
          <a:xfrm>
            <a:off x="5410200" y="4914900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장소 검색</a:t>
            </a: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방문 시각화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ECD148A-BEAC-4E7D-AB1E-E9F440997E5D}"/>
              </a:ext>
            </a:extLst>
          </p:cNvPr>
          <p:cNvSpPr>
            <a:spLocks noGrp="1"/>
          </p:cNvSpPr>
          <p:nvPr/>
        </p:nvSpPr>
        <p:spPr>
          <a:xfrm>
            <a:off x="7981950" y="4305300"/>
            <a:ext cx="1619250" cy="12382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F76AE3D-31A6-44B5-88A7-CCC96C6AF620}"/>
              </a:ext>
            </a:extLst>
          </p:cNvPr>
          <p:cNvSpPr>
            <a:spLocks noGrp="1"/>
          </p:cNvSpPr>
          <p:nvPr/>
        </p:nvSpPr>
        <p:spPr>
          <a:xfrm>
            <a:off x="7905750" y="4229100"/>
            <a:ext cx="16192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CF94F32-86B2-4BB1-91C2-B458034307CC}"/>
              </a:ext>
            </a:extLst>
          </p:cNvPr>
          <p:cNvSpPr>
            <a:spLocks noGrp="1"/>
          </p:cNvSpPr>
          <p:nvPr/>
        </p:nvSpPr>
        <p:spPr>
          <a:xfrm>
            <a:off x="7905750" y="44958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SCHEDULE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972F988-CCDF-4CAF-8A4A-CB104FBA357A}"/>
              </a:ext>
            </a:extLst>
          </p:cNvPr>
          <p:cNvSpPr>
            <a:spLocks noGrp="1"/>
          </p:cNvSpPr>
          <p:nvPr/>
        </p:nvSpPr>
        <p:spPr>
          <a:xfrm>
            <a:off x="8115300" y="4914900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일정 관리</a:t>
            </a: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Completed 전환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6C14349-83EE-4426-8E3B-E06FA973391F}"/>
              </a:ext>
            </a:extLst>
          </p:cNvPr>
          <p:cNvSpPr>
            <a:spLocks noGrp="1"/>
          </p:cNvSpPr>
          <p:nvPr/>
        </p:nvSpPr>
        <p:spPr>
          <a:xfrm>
            <a:off x="9563100" y="2076450"/>
            <a:ext cx="1619250" cy="12382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7B4DEE2-CD75-42F6-BDFE-36A681618B15}"/>
              </a:ext>
            </a:extLst>
          </p:cNvPr>
          <p:cNvSpPr>
            <a:spLocks noGrp="1"/>
          </p:cNvSpPr>
          <p:nvPr/>
        </p:nvSpPr>
        <p:spPr>
          <a:xfrm>
            <a:off x="9486900" y="2000250"/>
            <a:ext cx="1619250" cy="1238250"/>
          </a:xfrm>
          <a:prstGeom prst="rect">
            <a:avLst/>
          </a:prstGeom>
          <a:solidFill>
            <a:srgbClr val="ECE5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D0D7430-63DD-493C-A9B1-4EED0B3C1E4B}"/>
              </a:ext>
            </a:extLst>
          </p:cNvPr>
          <p:cNvSpPr>
            <a:spLocks noGrp="1"/>
          </p:cNvSpPr>
          <p:nvPr/>
        </p:nvSpPr>
        <p:spPr>
          <a:xfrm>
            <a:off x="9486900" y="22669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ACTIVITY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D889E85-B341-4C55-A425-8C02EA56A71A}"/>
              </a:ext>
            </a:extLst>
          </p:cNvPr>
          <p:cNvSpPr>
            <a:spLocks noGrp="1"/>
          </p:cNvSpPr>
          <p:nvPr/>
        </p:nvSpPr>
        <p:spPr>
          <a:xfrm>
            <a:off x="9696450" y="2686050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EXIF·그룹화</a:t>
            </a: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ActivityLog 생성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51DC6D5-2A64-4E6A-9CFE-A9B831C950AE}"/>
              </a:ext>
            </a:extLst>
          </p:cNvPr>
          <p:cNvSpPr>
            <a:spLocks noGrp="1"/>
          </p:cNvSpPr>
          <p:nvPr/>
        </p:nvSpPr>
        <p:spPr>
          <a:xfrm>
            <a:off x="4286250" y="3638550"/>
            <a:ext cx="3619500" cy="36195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30DEC69-CDB3-49D5-BBB8-C62C09878B9C}"/>
              </a:ext>
            </a:extLst>
          </p:cNvPr>
          <p:cNvSpPr>
            <a:spLocks noGrp="1"/>
          </p:cNvSpPr>
          <p:nvPr/>
        </p:nvSpPr>
        <p:spPr>
          <a:xfrm>
            <a:off x="4476750" y="3743325"/>
            <a:ext cx="3238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Swagger API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명세서</a:t>
            </a: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완성</a:t>
            </a: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전체</a:t>
            </a: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엔드포인트</a:t>
            </a: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문서화</a:t>
            </a:r>
            <a:endParaRPr sz="105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0D58A06-7CBF-4473-BAD8-93D709336063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81F0188-AE54-4379-A4D8-DF6197E6700B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5948FB7-B10A-444D-AC90-B40FD153637B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00973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46CD1-D9CF-837D-9841-410426629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직사각형 55">
            <a:extLst>
              <a:ext uri="{FF2B5EF4-FFF2-40B4-BE49-F238E27FC236}">
                <a16:creationId xmlns:a16="http://schemas.microsoft.com/office/drawing/2014/main" id="{4106F33D-F6B0-502D-384D-938281DEC16C}"/>
              </a:ext>
            </a:extLst>
          </p:cNvPr>
          <p:cNvSpPr>
            <a:spLocks noGrp="1"/>
          </p:cNvSpPr>
          <p:nvPr/>
        </p:nvSpPr>
        <p:spPr>
          <a:xfrm>
            <a:off x="11289" y="143924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9DA42F-00A8-4364-F5A7-5B396B61AF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0FBDF1C-889A-D1EE-1B2A-59293867D2D0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758A1A-B0A8-CB54-957E-DAE97AF4B36D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7E18AE-B947-68F6-ECD6-BE727BA9843F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7F18F61-1A10-B618-5E6D-0EEC613F1D98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F6CEF8-DD33-F066-EE9B-3224D48F519A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00C9D3-AAF5-7D98-361F-76625DB5671C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545874-9D4C-BAED-8BF3-A18F8AF61481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9283A7-9BA6-B312-5C42-5670134F3486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2E3811-0765-65A3-34E4-55FF33B4ABF8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E93E124-8EA4-564B-2CAD-1BC5A612489A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BB1557-1C07-7055-E713-AA6890BC1D44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8EC73A5-F119-955F-DB4F-37506336E3BF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5C596EC-9333-F608-8A42-558F0EE1B7E0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CC0124-9207-5917-54F5-A6AD14E1804D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F41EA25-D377-190D-B996-1CC35F904A1F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815F3A-3019-661E-A92A-E4087AC171FA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8010A3-4DB4-CAFD-F0D5-5ECFE96815A3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72C63E-B82A-CD48-2185-A44EAFCCFBB0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0CB0E1-1B24-030C-9C2F-1ED1290DBD71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18CF35-04AF-1154-A0AC-F75D240829DD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RESULT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AF21AC2-2276-50E7-7468-694BB954D93F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IMPLEMENTATION RESULT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0FCBBCB-4957-0693-BEF9-80A3E9CF9B2A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CLUSTER는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실배포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상태입니다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A80F2B9-B390-4507-1084-729216C2E968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5개 도메인과 Swagger 문서화까지 구현되어 재현 가능성과 확장 가능성을 확보했습니다.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DCC05A6-047C-9E12-8A3F-ACE97A3F4BBE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62D0EF9-D563-ECA4-B06C-B9941740A758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3200400" cy="165735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6DD34AF-5BAF-94D9-4D32-036277DF2887}"/>
              </a:ext>
            </a:extLst>
          </p:cNvPr>
          <p:cNvSpPr>
            <a:spLocks noGrp="1"/>
          </p:cNvSpPr>
          <p:nvPr/>
        </p:nvSpPr>
        <p:spPr>
          <a:xfrm>
            <a:off x="4495800" y="215265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LIVE SERVICE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63A2BA-074C-E143-E1C9-E25D79BC79A4}"/>
              </a:ext>
            </a:extLst>
          </p:cNvPr>
          <p:cNvSpPr>
            <a:spLocks noGrp="1"/>
          </p:cNvSpPr>
          <p:nvPr/>
        </p:nvSpPr>
        <p:spPr>
          <a:xfrm>
            <a:off x="4495800" y="2590800"/>
            <a:ext cx="3200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Vercel</a:t>
            </a:r>
            <a:r>
              <a:rPr sz="16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· Railway · </a:t>
            </a:r>
            <a:r>
              <a:rPr sz="16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HuggingFace</a:t>
            </a:r>
            <a:endParaRPr sz="165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3018E2E-DA91-1D78-0152-9C8851A8DFC6}"/>
              </a:ext>
            </a:extLst>
          </p:cNvPr>
          <p:cNvSpPr>
            <a:spLocks noGrp="1"/>
          </p:cNvSpPr>
          <p:nvPr/>
        </p:nvSpPr>
        <p:spPr>
          <a:xfrm>
            <a:off x="4495800" y="3028950"/>
            <a:ext cx="3200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EDE7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EDE7FF"/>
                </a:solidFill>
                <a:latin typeface="Apple SD Gothic Neo"/>
                <a:ea typeface="Apple SD Gothic Neo"/>
                <a:cs typeface="Apple SD Gothic Neo"/>
              </a:rPr>
              <a:t>실제 동작하는 코드로 구현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1976C6C-05AF-B414-5599-FCE232268193}"/>
              </a:ext>
            </a:extLst>
          </p:cNvPr>
          <p:cNvSpPr>
            <a:spLocks noGrp="1"/>
          </p:cNvSpPr>
          <p:nvPr/>
        </p:nvSpPr>
        <p:spPr>
          <a:xfrm>
            <a:off x="9925050" y="336151"/>
            <a:ext cx="1619250" cy="893399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B043745-D792-A99F-200F-E35F1EED460B}"/>
              </a:ext>
            </a:extLst>
          </p:cNvPr>
          <p:cNvSpPr>
            <a:spLocks noGrp="1"/>
          </p:cNvSpPr>
          <p:nvPr/>
        </p:nvSpPr>
        <p:spPr>
          <a:xfrm>
            <a:off x="9791700" y="244372"/>
            <a:ext cx="1619250" cy="8604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F149913-1C9E-0465-0D83-990ED8E0CFB2}"/>
              </a:ext>
            </a:extLst>
          </p:cNvPr>
          <p:cNvSpPr>
            <a:spLocks noGrp="1"/>
          </p:cNvSpPr>
          <p:nvPr/>
        </p:nvSpPr>
        <p:spPr>
          <a:xfrm>
            <a:off x="9772650" y="29907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 dirty="0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AUTH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EA1A960-3536-F856-1AC1-344C4E3F9EE4}"/>
              </a:ext>
            </a:extLst>
          </p:cNvPr>
          <p:cNvSpPr>
            <a:spLocks noGrp="1"/>
          </p:cNvSpPr>
          <p:nvPr/>
        </p:nvSpPr>
        <p:spPr>
          <a:xfrm>
            <a:off x="9998428" y="611938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JWT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인증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프로필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임베딩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C6F6EE-4916-C173-EB16-C3F65934E2FC}"/>
              </a:ext>
            </a:extLst>
          </p:cNvPr>
          <p:cNvSpPr>
            <a:spLocks noGrp="1"/>
          </p:cNvSpPr>
          <p:nvPr/>
        </p:nvSpPr>
        <p:spPr>
          <a:xfrm>
            <a:off x="9910724" y="3028950"/>
            <a:ext cx="1619250" cy="899805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2B379F3-A6D9-3A0F-8772-53683C62CDDB}"/>
              </a:ext>
            </a:extLst>
          </p:cNvPr>
          <p:cNvSpPr>
            <a:spLocks noGrp="1"/>
          </p:cNvSpPr>
          <p:nvPr/>
        </p:nvSpPr>
        <p:spPr>
          <a:xfrm>
            <a:off x="9772650" y="2986536"/>
            <a:ext cx="1619250" cy="838396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2AAEFA8-416F-AE00-1F26-C11AB289F6F4}"/>
              </a:ext>
            </a:extLst>
          </p:cNvPr>
          <p:cNvSpPr>
            <a:spLocks noGrp="1"/>
          </p:cNvSpPr>
          <p:nvPr/>
        </p:nvSpPr>
        <p:spPr>
          <a:xfrm>
            <a:off x="9906077" y="1781311"/>
            <a:ext cx="1619250" cy="907257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008D6D3-F495-F2B6-2A6E-7213EF2DD9A6}"/>
              </a:ext>
            </a:extLst>
          </p:cNvPr>
          <p:cNvSpPr>
            <a:spLocks noGrp="1"/>
          </p:cNvSpPr>
          <p:nvPr/>
        </p:nvSpPr>
        <p:spPr>
          <a:xfrm>
            <a:off x="9810750" y="1623871"/>
            <a:ext cx="1619250" cy="910369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3AE06BB-CE85-7052-9CF4-F0B934973223}"/>
              </a:ext>
            </a:extLst>
          </p:cNvPr>
          <p:cNvSpPr>
            <a:spLocks noGrp="1"/>
          </p:cNvSpPr>
          <p:nvPr/>
        </p:nvSpPr>
        <p:spPr>
          <a:xfrm>
            <a:off x="9772650" y="3066698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 dirty="0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PLACE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2E4D9E-2CBD-684D-B31C-E1430A3DE313}"/>
              </a:ext>
            </a:extLst>
          </p:cNvPr>
          <p:cNvSpPr>
            <a:spLocks noGrp="1"/>
          </p:cNvSpPr>
          <p:nvPr/>
        </p:nvSpPr>
        <p:spPr>
          <a:xfrm>
            <a:off x="10009778" y="3349114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장소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검색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방문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시각화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8697490-0CCE-AF2F-2A67-933F55B70E75}"/>
              </a:ext>
            </a:extLst>
          </p:cNvPr>
          <p:cNvSpPr>
            <a:spLocks noGrp="1"/>
          </p:cNvSpPr>
          <p:nvPr/>
        </p:nvSpPr>
        <p:spPr>
          <a:xfrm>
            <a:off x="9900295" y="4538433"/>
            <a:ext cx="1619250" cy="936506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298E1DE-3A6C-DC5A-ED2E-C880C7E42460}"/>
              </a:ext>
            </a:extLst>
          </p:cNvPr>
          <p:cNvSpPr>
            <a:spLocks noGrp="1"/>
          </p:cNvSpPr>
          <p:nvPr/>
        </p:nvSpPr>
        <p:spPr>
          <a:xfrm>
            <a:off x="9776883" y="4473497"/>
            <a:ext cx="1619250" cy="874508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9B0C1FB-5DB7-73DD-4DC3-D7003EB5A96C}"/>
              </a:ext>
            </a:extLst>
          </p:cNvPr>
          <p:cNvSpPr>
            <a:spLocks noGrp="1"/>
          </p:cNvSpPr>
          <p:nvPr/>
        </p:nvSpPr>
        <p:spPr>
          <a:xfrm>
            <a:off x="9754176" y="450980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 dirty="0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SCHEDULE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A533624-6256-0C1D-C810-147DA58BE3FA}"/>
              </a:ext>
            </a:extLst>
          </p:cNvPr>
          <p:cNvSpPr>
            <a:spLocks noGrp="1"/>
          </p:cNvSpPr>
          <p:nvPr/>
        </p:nvSpPr>
        <p:spPr>
          <a:xfrm>
            <a:off x="9963726" y="4831221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일정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관리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Completed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전환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DDDE0A0-62BD-59F3-6CE5-DCEA6D45D53C}"/>
              </a:ext>
            </a:extLst>
          </p:cNvPr>
          <p:cNvSpPr>
            <a:spLocks noGrp="1"/>
          </p:cNvSpPr>
          <p:nvPr/>
        </p:nvSpPr>
        <p:spPr>
          <a:xfrm>
            <a:off x="9910724" y="5975280"/>
            <a:ext cx="1619250" cy="917222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AC8E65A-FED5-F832-BD21-A686B0382684}"/>
              </a:ext>
            </a:extLst>
          </p:cNvPr>
          <p:cNvSpPr>
            <a:spLocks noGrp="1"/>
          </p:cNvSpPr>
          <p:nvPr/>
        </p:nvSpPr>
        <p:spPr>
          <a:xfrm>
            <a:off x="9803587" y="5837992"/>
            <a:ext cx="1619250" cy="890349"/>
          </a:xfrm>
          <a:prstGeom prst="rect">
            <a:avLst/>
          </a:prstGeom>
          <a:solidFill>
            <a:srgbClr val="ECE5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D1536BA-5CEA-4FB9-F3B2-929D6814E2C8}"/>
              </a:ext>
            </a:extLst>
          </p:cNvPr>
          <p:cNvSpPr>
            <a:spLocks noGrp="1"/>
          </p:cNvSpPr>
          <p:nvPr/>
        </p:nvSpPr>
        <p:spPr>
          <a:xfrm>
            <a:off x="9800228" y="5912168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 dirty="0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ACTIVITY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CFD33A6-83E4-7B4F-F8F5-46703D6DA31D}"/>
              </a:ext>
            </a:extLst>
          </p:cNvPr>
          <p:cNvSpPr>
            <a:spLocks noGrp="1"/>
          </p:cNvSpPr>
          <p:nvPr/>
        </p:nvSpPr>
        <p:spPr>
          <a:xfrm>
            <a:off x="10024810" y="6262441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EXIF·그룹화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ActivityLog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생성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D6BC6EC-D3BC-ED40-27D3-9917EE0BEEEA}"/>
              </a:ext>
            </a:extLst>
          </p:cNvPr>
          <p:cNvSpPr>
            <a:spLocks noGrp="1"/>
          </p:cNvSpPr>
          <p:nvPr/>
        </p:nvSpPr>
        <p:spPr>
          <a:xfrm rot="10800000">
            <a:off x="4211994" y="5454968"/>
            <a:ext cx="3619500" cy="36195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7325112-57D2-5C62-6348-9A93611F9792}"/>
              </a:ext>
            </a:extLst>
          </p:cNvPr>
          <p:cNvSpPr>
            <a:spLocks noGrp="1"/>
          </p:cNvSpPr>
          <p:nvPr/>
        </p:nvSpPr>
        <p:spPr>
          <a:xfrm>
            <a:off x="4311968" y="5559743"/>
            <a:ext cx="3238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Swagger API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명세서</a:t>
            </a: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완성</a:t>
            </a: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전체</a:t>
            </a: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엔드포인트</a:t>
            </a: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문서화</a:t>
            </a:r>
            <a:endParaRPr sz="105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497C82D-7EA9-217F-5F20-6DF931BB707A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9D699F-CA89-5A8D-ADE1-87F969EADC70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070ECAF-E94E-FBAF-1E3E-974FFD63EE14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975" b="1" dirty="0">
              <a:solidFill>
                <a:srgbClr val="2F0B4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59DD933-1F5E-D16B-A8F6-B1D3BB8CEAD6}"/>
              </a:ext>
            </a:extLst>
          </p:cNvPr>
          <p:cNvSpPr>
            <a:spLocks noGrp="1"/>
          </p:cNvSpPr>
          <p:nvPr/>
        </p:nvSpPr>
        <p:spPr>
          <a:xfrm>
            <a:off x="10001250" y="2027616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인물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등록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관계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5CD78EA-EF32-4492-1BD4-CE7F313537D9}"/>
              </a:ext>
            </a:extLst>
          </p:cNvPr>
          <p:cNvSpPr>
            <a:spLocks noGrp="1"/>
          </p:cNvSpPr>
          <p:nvPr/>
        </p:nvSpPr>
        <p:spPr>
          <a:xfrm>
            <a:off x="9810750" y="1735904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 dirty="0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PEOPLE</a:t>
            </a: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CF4E7586-B701-7A10-AB97-6BB04B734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60" y="3725995"/>
            <a:ext cx="7772400" cy="12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443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DF3C5-EC08-5D1E-89FC-22E16A66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직사각형 55">
            <a:extLst>
              <a:ext uri="{FF2B5EF4-FFF2-40B4-BE49-F238E27FC236}">
                <a16:creationId xmlns:a16="http://schemas.microsoft.com/office/drawing/2014/main" id="{8B3D60F6-3FF1-0AA9-8776-ECE2EF0A434B}"/>
              </a:ext>
            </a:extLst>
          </p:cNvPr>
          <p:cNvSpPr>
            <a:spLocks noGrp="1"/>
          </p:cNvSpPr>
          <p:nvPr/>
        </p:nvSpPr>
        <p:spPr>
          <a:xfrm>
            <a:off x="0" y="10759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9F1A870-1E8B-A45E-DA3B-930F356544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0D8718-9B2B-B714-0F2F-7025C8B8E95B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D38292-0835-40A9-8FCA-3818525CAF87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59A389-260C-EF00-189F-AC6443B1B5D8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D91E36D-BE19-208B-18FF-843405260045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5783764-F42E-933D-DED0-73311F6100D6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65ACFE-6E70-F0C3-A166-6CA620894FE8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AA62B7-A295-EF46-2469-EDDE06737341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FEAE97-2F6A-7F0E-F8E2-3CEB3D9595B5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BD7F2B-7684-21D3-8C76-64EDB2E45C53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16468F-2057-852E-AE10-89F9A6598E51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D1D5524-7A5E-EE66-6006-483D969A6B0B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1EAEAC-1A30-6FFC-F293-12F7613E2DC8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9CAC29-8B39-6CC1-B5AD-A0DE401CDA4A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DE29A79-CE47-81F6-1BC5-0C9B17AFBD23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F8E22A1-7682-B6FA-10C6-BB411AD34E7F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C23912-A190-8AFD-30CE-C5D9D1126A6C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598CBF7-7E01-25FC-4426-E94E5BAD555D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CDDEE82-6C5F-EA69-4E18-16C4F9BEEA95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34F324B-BA70-2E13-EFCE-93D220962099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0B92DAD-BCAE-D2A8-24C1-A6F16F22ED39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RESULT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6FD276-CFCA-5A99-F6F2-FBCF4FA78939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IMPLEMENTATION RESULT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015A7A-2733-3342-5B58-C9843C375498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CLUSTER는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실배포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21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상태입니다</a:t>
            </a:r>
            <a:r>
              <a:rPr sz="21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7F8BF5A-2F8C-0C1D-C003-0DF67CE9E262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5개 도메인과 Swagger 문서화까지 구현되어 재현 가능성과 확장 가능성을 확보했습니다.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CDE6A1D-56F9-7C5A-A3CD-ECE3E7F339D2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AE785D1-FE5A-C56E-463E-FC8437AD6657}"/>
              </a:ext>
            </a:extLst>
          </p:cNvPr>
          <p:cNvSpPr>
            <a:spLocks noGrp="1"/>
          </p:cNvSpPr>
          <p:nvPr/>
        </p:nvSpPr>
        <p:spPr>
          <a:xfrm>
            <a:off x="4495800" y="1790700"/>
            <a:ext cx="3200400" cy="165735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27360B9-030F-CBFA-B002-47D30906E258}"/>
              </a:ext>
            </a:extLst>
          </p:cNvPr>
          <p:cNvSpPr>
            <a:spLocks noGrp="1"/>
          </p:cNvSpPr>
          <p:nvPr/>
        </p:nvSpPr>
        <p:spPr>
          <a:xfrm>
            <a:off x="4495800" y="2152650"/>
            <a:ext cx="3200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LIVE SERVICE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1B2D685-7304-860C-1E6E-2528D4398901}"/>
              </a:ext>
            </a:extLst>
          </p:cNvPr>
          <p:cNvSpPr>
            <a:spLocks noGrp="1"/>
          </p:cNvSpPr>
          <p:nvPr/>
        </p:nvSpPr>
        <p:spPr>
          <a:xfrm>
            <a:off x="4495800" y="2590800"/>
            <a:ext cx="3200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Vercel · Railway · HuggingFace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76173B-C15A-4359-1FA8-7E43FE000650}"/>
              </a:ext>
            </a:extLst>
          </p:cNvPr>
          <p:cNvSpPr>
            <a:spLocks noGrp="1"/>
          </p:cNvSpPr>
          <p:nvPr/>
        </p:nvSpPr>
        <p:spPr>
          <a:xfrm>
            <a:off x="4495800" y="3028950"/>
            <a:ext cx="3200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EDE7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EDE7FF"/>
                </a:solidFill>
                <a:latin typeface="Apple SD Gothic Neo"/>
                <a:ea typeface="Apple SD Gothic Neo"/>
                <a:cs typeface="Apple SD Gothic Neo"/>
              </a:rPr>
              <a:t>실제 동작하는 코드로 구현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6E52D73-351E-FE54-5A7E-90D2F8E09E36}"/>
              </a:ext>
            </a:extLst>
          </p:cNvPr>
          <p:cNvSpPr>
            <a:spLocks noGrp="1"/>
          </p:cNvSpPr>
          <p:nvPr/>
        </p:nvSpPr>
        <p:spPr>
          <a:xfrm>
            <a:off x="9925050" y="336151"/>
            <a:ext cx="1619250" cy="893399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9E71619-64E6-F7DE-A5D1-834F570160A8}"/>
              </a:ext>
            </a:extLst>
          </p:cNvPr>
          <p:cNvSpPr>
            <a:spLocks noGrp="1"/>
          </p:cNvSpPr>
          <p:nvPr/>
        </p:nvSpPr>
        <p:spPr>
          <a:xfrm>
            <a:off x="9791700" y="244372"/>
            <a:ext cx="1619250" cy="8604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78E003A-F4C1-3DF1-1A61-3E2D7F2D9A54}"/>
              </a:ext>
            </a:extLst>
          </p:cNvPr>
          <p:cNvSpPr>
            <a:spLocks noGrp="1"/>
          </p:cNvSpPr>
          <p:nvPr/>
        </p:nvSpPr>
        <p:spPr>
          <a:xfrm>
            <a:off x="9772650" y="29907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 dirty="0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AUTH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6D5B7F7-4920-B5B9-2753-F9F6BF5C0C2E}"/>
              </a:ext>
            </a:extLst>
          </p:cNvPr>
          <p:cNvSpPr>
            <a:spLocks noGrp="1"/>
          </p:cNvSpPr>
          <p:nvPr/>
        </p:nvSpPr>
        <p:spPr>
          <a:xfrm>
            <a:off x="9998428" y="611938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JWT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인증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프로필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임베딩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F6F38F6-13C3-BD4F-F7FE-D62EA4AE9955}"/>
              </a:ext>
            </a:extLst>
          </p:cNvPr>
          <p:cNvSpPr>
            <a:spLocks noGrp="1"/>
          </p:cNvSpPr>
          <p:nvPr/>
        </p:nvSpPr>
        <p:spPr>
          <a:xfrm>
            <a:off x="9910724" y="3028950"/>
            <a:ext cx="1619250" cy="899805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38D43E5-41A9-E068-9002-E5FB6B007BEB}"/>
              </a:ext>
            </a:extLst>
          </p:cNvPr>
          <p:cNvSpPr>
            <a:spLocks noGrp="1"/>
          </p:cNvSpPr>
          <p:nvPr/>
        </p:nvSpPr>
        <p:spPr>
          <a:xfrm>
            <a:off x="9772650" y="2986536"/>
            <a:ext cx="1619250" cy="838396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093A262-4F21-75B8-2469-CF6D99CFC59A}"/>
              </a:ext>
            </a:extLst>
          </p:cNvPr>
          <p:cNvSpPr>
            <a:spLocks noGrp="1"/>
          </p:cNvSpPr>
          <p:nvPr/>
        </p:nvSpPr>
        <p:spPr>
          <a:xfrm>
            <a:off x="9906077" y="1781311"/>
            <a:ext cx="1619250" cy="907257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71F7D7E-E67E-7823-B43B-D635A0AFEB87}"/>
              </a:ext>
            </a:extLst>
          </p:cNvPr>
          <p:cNvSpPr>
            <a:spLocks noGrp="1"/>
          </p:cNvSpPr>
          <p:nvPr/>
        </p:nvSpPr>
        <p:spPr>
          <a:xfrm>
            <a:off x="9810750" y="1623871"/>
            <a:ext cx="1619250" cy="910369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50963AE-DFCC-AF4F-8A6C-6F558357231B}"/>
              </a:ext>
            </a:extLst>
          </p:cNvPr>
          <p:cNvSpPr>
            <a:spLocks noGrp="1"/>
          </p:cNvSpPr>
          <p:nvPr/>
        </p:nvSpPr>
        <p:spPr>
          <a:xfrm>
            <a:off x="9772650" y="3066698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 dirty="0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PLACE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8ADA308-FD6B-800D-AB61-7ABF05C16018}"/>
              </a:ext>
            </a:extLst>
          </p:cNvPr>
          <p:cNvSpPr>
            <a:spLocks noGrp="1"/>
          </p:cNvSpPr>
          <p:nvPr/>
        </p:nvSpPr>
        <p:spPr>
          <a:xfrm>
            <a:off x="10009778" y="3349114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장소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검색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방문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시각화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83AD021-B8C1-5397-B693-1C88FA2141BF}"/>
              </a:ext>
            </a:extLst>
          </p:cNvPr>
          <p:cNvSpPr>
            <a:spLocks noGrp="1"/>
          </p:cNvSpPr>
          <p:nvPr/>
        </p:nvSpPr>
        <p:spPr>
          <a:xfrm>
            <a:off x="9900295" y="4538433"/>
            <a:ext cx="1619250" cy="936506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0421001-03CF-2161-B560-DA2764FC75B9}"/>
              </a:ext>
            </a:extLst>
          </p:cNvPr>
          <p:cNvSpPr>
            <a:spLocks noGrp="1"/>
          </p:cNvSpPr>
          <p:nvPr/>
        </p:nvSpPr>
        <p:spPr>
          <a:xfrm>
            <a:off x="9776883" y="4473497"/>
            <a:ext cx="1619250" cy="874508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3BEC553-E582-B6FD-746B-FA951AB66885}"/>
              </a:ext>
            </a:extLst>
          </p:cNvPr>
          <p:cNvSpPr>
            <a:spLocks noGrp="1"/>
          </p:cNvSpPr>
          <p:nvPr/>
        </p:nvSpPr>
        <p:spPr>
          <a:xfrm>
            <a:off x="9754176" y="4509805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 dirty="0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SCHEDULE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F611A1E-F791-9C48-31A1-2D59D3A83D82}"/>
              </a:ext>
            </a:extLst>
          </p:cNvPr>
          <p:cNvSpPr>
            <a:spLocks noGrp="1"/>
          </p:cNvSpPr>
          <p:nvPr/>
        </p:nvSpPr>
        <p:spPr>
          <a:xfrm>
            <a:off x="9963726" y="4831221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ko-KR" altLang="en-US"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계획된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일정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관리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Completed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전환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6AAF6E3-8955-BA79-A61D-E9E3554899C3}"/>
              </a:ext>
            </a:extLst>
          </p:cNvPr>
          <p:cNvSpPr>
            <a:spLocks noGrp="1"/>
          </p:cNvSpPr>
          <p:nvPr/>
        </p:nvSpPr>
        <p:spPr>
          <a:xfrm>
            <a:off x="9910724" y="5975280"/>
            <a:ext cx="1619250" cy="917222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E6437E4-F3DE-17AE-D389-C4B5C57EC042}"/>
              </a:ext>
            </a:extLst>
          </p:cNvPr>
          <p:cNvSpPr>
            <a:spLocks noGrp="1"/>
          </p:cNvSpPr>
          <p:nvPr/>
        </p:nvSpPr>
        <p:spPr>
          <a:xfrm>
            <a:off x="9803587" y="5837992"/>
            <a:ext cx="1619250" cy="890349"/>
          </a:xfrm>
          <a:prstGeom prst="rect">
            <a:avLst/>
          </a:prstGeom>
          <a:solidFill>
            <a:srgbClr val="ECE5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F931E44-68C2-219F-485D-76C2FBFB32FD}"/>
              </a:ext>
            </a:extLst>
          </p:cNvPr>
          <p:cNvSpPr>
            <a:spLocks noGrp="1"/>
          </p:cNvSpPr>
          <p:nvPr/>
        </p:nvSpPr>
        <p:spPr>
          <a:xfrm>
            <a:off x="9800228" y="5912168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 dirty="0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ACTIVITY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E14E297-6CC1-93C2-8C74-9E128E3747B8}"/>
              </a:ext>
            </a:extLst>
          </p:cNvPr>
          <p:cNvSpPr>
            <a:spLocks noGrp="1"/>
          </p:cNvSpPr>
          <p:nvPr/>
        </p:nvSpPr>
        <p:spPr>
          <a:xfrm>
            <a:off x="10024810" y="6262441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EXIF·그룹화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ActivityLog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생성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744257-47C7-2323-FB23-4E5B8F85B6E4}"/>
              </a:ext>
            </a:extLst>
          </p:cNvPr>
          <p:cNvSpPr>
            <a:spLocks noGrp="1"/>
          </p:cNvSpPr>
          <p:nvPr/>
        </p:nvSpPr>
        <p:spPr>
          <a:xfrm rot="16200000">
            <a:off x="37222" y="3546295"/>
            <a:ext cx="3619500" cy="36195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A5EF71E-3765-A2FC-53C8-9BFDAE428A78}"/>
              </a:ext>
            </a:extLst>
          </p:cNvPr>
          <p:cNvSpPr>
            <a:spLocks noGrp="1"/>
          </p:cNvSpPr>
          <p:nvPr/>
        </p:nvSpPr>
        <p:spPr>
          <a:xfrm rot="5400000">
            <a:off x="227722" y="3561635"/>
            <a:ext cx="3238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Swagger API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명세서</a:t>
            </a: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완성</a:t>
            </a: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전체</a:t>
            </a: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엔드포인트</a:t>
            </a:r>
            <a:r>
              <a:rPr sz="105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문서화</a:t>
            </a:r>
            <a:endParaRPr sz="105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BF147EE-1C5B-360B-2C92-DC944CC78B21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EF34729-495E-2271-6401-E3744E10F1A9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72822C3-BF7C-C8F5-4F6A-7736D693AE94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endParaRPr sz="975" b="1" dirty="0">
              <a:solidFill>
                <a:srgbClr val="2F0B43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7F1CE653-1671-2E1A-EBA8-3F5B06CC7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074" y="10759"/>
            <a:ext cx="8552174" cy="6831384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E8E476F7-9146-5DAB-D30F-6779A223835A}"/>
              </a:ext>
            </a:extLst>
          </p:cNvPr>
          <p:cNvSpPr>
            <a:spLocks noGrp="1"/>
          </p:cNvSpPr>
          <p:nvPr/>
        </p:nvSpPr>
        <p:spPr>
          <a:xfrm>
            <a:off x="10001250" y="2027616"/>
            <a:ext cx="1200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인물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등록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975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관계</a:t>
            </a:r>
            <a:r>
              <a:rPr sz="975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75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상태</a:t>
            </a:r>
            <a:endParaRPr sz="975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870F692-FE5D-BD2D-2BAE-0CC35A404F77}"/>
              </a:ext>
            </a:extLst>
          </p:cNvPr>
          <p:cNvSpPr>
            <a:spLocks noGrp="1"/>
          </p:cNvSpPr>
          <p:nvPr/>
        </p:nvSpPr>
        <p:spPr>
          <a:xfrm>
            <a:off x="9810750" y="1735904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1500" b="1" dirty="0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PEOPLE</a:t>
            </a:r>
          </a:p>
        </p:txBody>
      </p:sp>
    </p:spTree>
    <p:extLst>
      <p:ext uri="{BB962C8B-B14F-4D97-AF65-F5344CB8AC3E}">
        <p14:creationId xmlns:p14="http://schemas.microsoft.com/office/powerpoint/2010/main" val="3913175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BC83A104-AA8D-44E5-82E5-3414410AA0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6AFDCE7-6BA2-4490-8ED3-5690E02E62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C280DF-9E04-4968-9235-6D1844CAE57D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99E595-766A-4ADA-9A3D-70BB0A609CE0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94D2A4-F3B5-4DB2-9F41-D6B0A6F3E6E2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2B3122-605E-4D91-AC78-1201A22E5FC5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B2D134-5A69-4A38-97ED-776929B9A5D7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7B9D60-9DA8-486F-BB2A-813B42225045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4FCE58-2E3B-437C-8FBF-59E39DDB4E49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0DBF13-D8F0-4FC4-AC64-F62B8D433CA6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604571-10BD-411E-A932-BE3E8C0002B1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7AA391-05F7-4C47-B8E7-AF9D9A464A35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AD5C8F-193A-4ED5-B998-57DBD2F08E38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34B448-FC1F-4A74-8C68-695C810957DB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F1E5E5C-DA20-4ED0-8C37-8162259C3D7E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3808D92-7CFA-4456-BADA-43F99AC425AB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45289E-36C5-4567-A836-9DE4C7B4376D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3234F1A-234A-41D9-ABD6-7DC8F8971A1B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E3158E7-F1FC-4497-BF5D-75C5BC6AEAC0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DEF81D9-8485-456A-B249-767DF162BE14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E56ADF-6CDC-4E53-AFC9-8FC163AABE77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6C386B7-2260-4CBB-B5BA-765F0748ACFE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DEMO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B25AE6-6170-4EB7-BAE6-2C374EC54539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DEMO FLOW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D00A510-8E5C-4819-9122-0AE401ED214A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사용자가 한 일은 사진 업로드 하나였습니다.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F1DA96F-7B8E-4676-8214-94153A76DEE3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People · Calendar · Map에서 자동 구조화 결과를 확인합니다.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F6DF59A-4FE0-4098-92F1-D84994E92BD4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C5C2E4-6C04-48FD-8848-3E3FA9397153}"/>
              </a:ext>
            </a:extLst>
          </p:cNvPr>
          <p:cNvSpPr>
            <a:spLocks noGrp="1"/>
          </p:cNvSpPr>
          <p:nvPr/>
        </p:nvSpPr>
        <p:spPr>
          <a:xfrm>
            <a:off x="2800350" y="1543050"/>
            <a:ext cx="6743700" cy="358140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4F74D57-8C83-4F17-8EE4-DFEC24125D60}"/>
              </a:ext>
            </a:extLst>
          </p:cNvPr>
          <p:cNvSpPr>
            <a:spLocks noGrp="1"/>
          </p:cNvSpPr>
          <p:nvPr/>
        </p:nvSpPr>
        <p:spPr>
          <a:xfrm>
            <a:off x="2724150" y="1466850"/>
            <a:ext cx="6743700" cy="35814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/>
          <a:srcRect t="32014" b="32014"/>
          <a:stretch>
            <a:fillRect/>
          </a:stretch>
        </p:blipFill>
        <p:spPr>
          <a:xfrm>
            <a:off x="3276600" y="1752600"/>
            <a:ext cx="5638800" cy="3009900"/>
          </a:xfrm>
          <a:prstGeom prst="rect">
            <a:avLst/>
          </a:prstGeom>
        </p:spPr>
      </p:pic>
      <p:sp>
        <p:nvSpPr>
          <p:cNvPr id="30" name="타원 29">
            <a:extLst>
              <a:ext uri="{FF2B5EF4-FFF2-40B4-BE49-F238E27FC236}">
                <a16:creationId xmlns:a16="http://schemas.microsoft.com/office/drawing/2014/main" id="{FB03E2B3-9CBF-4588-B4F8-363F1AE57160}"/>
              </a:ext>
            </a:extLst>
          </p:cNvPr>
          <p:cNvSpPr>
            <a:spLocks noGrp="1"/>
          </p:cNvSpPr>
          <p:nvPr/>
        </p:nvSpPr>
        <p:spPr>
          <a:xfrm>
            <a:off x="5657850" y="2895600"/>
            <a:ext cx="876300" cy="628650"/>
          </a:xfrm>
          <a:prstGeom prst="ellipse">
            <a:avLst/>
          </a:prstGeom>
          <a:solidFill>
            <a:srgbClr val="5F2EEA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그래픽 3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943600" y="3067050"/>
            <a:ext cx="304800" cy="304800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18E304C6-25FA-4470-AD8D-B97BD6C7676F}"/>
              </a:ext>
            </a:extLst>
          </p:cNvPr>
          <p:cNvSpPr>
            <a:spLocks noGrp="1"/>
          </p:cNvSpPr>
          <p:nvPr/>
        </p:nvSpPr>
        <p:spPr>
          <a:xfrm>
            <a:off x="1428750" y="5467350"/>
            <a:ext cx="1428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35B9DC4-547B-42C9-945C-B875E17BB816}"/>
              </a:ext>
            </a:extLst>
          </p:cNvPr>
          <p:cNvSpPr>
            <a:spLocks noGrp="1"/>
          </p:cNvSpPr>
          <p:nvPr/>
        </p:nvSpPr>
        <p:spPr>
          <a:xfrm>
            <a:off x="1543050" y="5562600"/>
            <a:ext cx="400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0:00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D39A4AF-67A9-4278-B9DD-F947EA294123}"/>
              </a:ext>
            </a:extLst>
          </p:cNvPr>
          <p:cNvSpPr>
            <a:spLocks noGrp="1"/>
          </p:cNvSpPr>
          <p:nvPr/>
        </p:nvSpPr>
        <p:spPr>
          <a:xfrm>
            <a:off x="1981200" y="55435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로그인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7B8E30F-69F4-4554-9BAA-9DD18B4E63DE}"/>
              </a:ext>
            </a:extLst>
          </p:cNvPr>
          <p:cNvSpPr>
            <a:spLocks noGrp="1"/>
          </p:cNvSpPr>
          <p:nvPr/>
        </p:nvSpPr>
        <p:spPr>
          <a:xfrm>
            <a:off x="3467100" y="5467350"/>
            <a:ext cx="1428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70BAE70-008F-46D7-AD6D-AB0D4CCDEF34}"/>
              </a:ext>
            </a:extLst>
          </p:cNvPr>
          <p:cNvSpPr>
            <a:spLocks noGrp="1"/>
          </p:cNvSpPr>
          <p:nvPr/>
        </p:nvSpPr>
        <p:spPr>
          <a:xfrm>
            <a:off x="3581400" y="5562600"/>
            <a:ext cx="400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0:10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B3EE99-163A-4C64-AEC4-B57312611F4D}"/>
              </a:ext>
            </a:extLst>
          </p:cNvPr>
          <p:cNvSpPr>
            <a:spLocks noGrp="1"/>
          </p:cNvSpPr>
          <p:nvPr/>
        </p:nvSpPr>
        <p:spPr>
          <a:xfrm>
            <a:off x="4019550" y="55435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People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9609C6A-2BA4-47CD-B602-0487EA52C012}"/>
              </a:ext>
            </a:extLst>
          </p:cNvPr>
          <p:cNvSpPr>
            <a:spLocks noGrp="1"/>
          </p:cNvSpPr>
          <p:nvPr/>
        </p:nvSpPr>
        <p:spPr>
          <a:xfrm>
            <a:off x="5505450" y="5467350"/>
            <a:ext cx="1428750" cy="438150"/>
          </a:xfrm>
          <a:prstGeom prst="rect">
            <a:avLst/>
          </a:prstGeom>
          <a:solidFill>
            <a:srgbClr val="2F0B43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789B2E3-C315-46A6-AA1D-369D67D65D85}"/>
              </a:ext>
            </a:extLst>
          </p:cNvPr>
          <p:cNvSpPr>
            <a:spLocks noGrp="1"/>
          </p:cNvSpPr>
          <p:nvPr/>
        </p:nvSpPr>
        <p:spPr>
          <a:xfrm>
            <a:off x="5619750" y="5562600"/>
            <a:ext cx="400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FC2FF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CFC2FF"/>
                </a:solidFill>
                <a:latin typeface="Aptos Mono"/>
                <a:ea typeface="Aptos Mono"/>
                <a:cs typeface="Aptos Mono"/>
              </a:rPr>
              <a:t>0:25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63F6421-AA1E-4728-BEBD-5187451E2AC4}"/>
              </a:ext>
            </a:extLst>
          </p:cNvPr>
          <p:cNvSpPr>
            <a:spLocks noGrp="1"/>
          </p:cNvSpPr>
          <p:nvPr/>
        </p:nvSpPr>
        <p:spPr>
          <a:xfrm>
            <a:off x="6057900" y="55435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업로드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D42BDDF-33CF-4008-BBD2-43783DF018A5}"/>
              </a:ext>
            </a:extLst>
          </p:cNvPr>
          <p:cNvSpPr>
            <a:spLocks noGrp="1"/>
          </p:cNvSpPr>
          <p:nvPr/>
        </p:nvSpPr>
        <p:spPr>
          <a:xfrm>
            <a:off x="7543800" y="5467350"/>
            <a:ext cx="1428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7211978-F0D3-4E81-A265-90605CFB3E52}"/>
              </a:ext>
            </a:extLst>
          </p:cNvPr>
          <p:cNvSpPr>
            <a:spLocks noGrp="1"/>
          </p:cNvSpPr>
          <p:nvPr/>
        </p:nvSpPr>
        <p:spPr>
          <a:xfrm>
            <a:off x="7658100" y="5562600"/>
            <a:ext cx="400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0:50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03E10F2-A2E1-438E-8AF2-6B7D07010B4F}"/>
              </a:ext>
            </a:extLst>
          </p:cNvPr>
          <p:cNvSpPr>
            <a:spLocks noGrp="1"/>
          </p:cNvSpPr>
          <p:nvPr/>
        </p:nvSpPr>
        <p:spPr>
          <a:xfrm>
            <a:off x="8096250" y="55435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Calendar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BD48027-B1EF-42B7-ACCC-2D980BAB83EF}"/>
              </a:ext>
            </a:extLst>
          </p:cNvPr>
          <p:cNvSpPr>
            <a:spLocks noGrp="1"/>
          </p:cNvSpPr>
          <p:nvPr/>
        </p:nvSpPr>
        <p:spPr>
          <a:xfrm>
            <a:off x="9582150" y="5467350"/>
            <a:ext cx="1428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B0DAC92-51CB-4D57-B2C1-689F2AAC8705}"/>
              </a:ext>
            </a:extLst>
          </p:cNvPr>
          <p:cNvSpPr>
            <a:spLocks noGrp="1"/>
          </p:cNvSpPr>
          <p:nvPr/>
        </p:nvSpPr>
        <p:spPr>
          <a:xfrm>
            <a:off x="9696450" y="5562600"/>
            <a:ext cx="400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1:10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6F052F4-5BEA-4ACA-8B7F-D121EF3915F4}"/>
              </a:ext>
            </a:extLst>
          </p:cNvPr>
          <p:cNvSpPr>
            <a:spLocks noGrp="1"/>
          </p:cNvSpPr>
          <p:nvPr/>
        </p:nvSpPr>
        <p:spPr>
          <a:xfrm>
            <a:off x="10134600" y="55435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Map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9C42240-DD8F-4330-A598-DCA0C7865FF4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13E51D-95DC-4E13-B3F1-69029F2457CF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2C12449-64EC-4C62-B53E-314F0D981FEB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1689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FE22BB9F-BCEC-4553-8713-FDBD7178C6E8}"/>
              </a:ext>
            </a:extLst>
          </p:cNvPr>
          <p:cNvSpPr>
            <a:spLocks noGrp="1"/>
          </p:cNvSpPr>
          <p:nvPr/>
        </p:nvSpPr>
        <p:spPr>
          <a:xfrm>
            <a:off x="1905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88E29F2-0D32-4673-AE83-75FD40315E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5ED9DBA-87AA-4C64-A421-21C08AFDD84E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D41C8F-C41B-4575-A0A2-764C5B70D0E3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9804AD-17D2-446F-81D0-BCD5D736BA85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433C03-BB33-42DD-B2A0-384B0C5011AC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A035EE-3D2B-45AB-AE37-06290472CDDC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075FEC-6EF2-4BD6-9C91-685E6AC7BE7D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B1588C-EFBC-464A-83B5-E86006E110AA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59F5802-805B-48D4-8DD7-BC9DBCBA3B4B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3EAF2C2-757B-4287-A6D4-93F30974B87A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A96EF6-D222-41F7-9E67-8DAAEBB65B11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9298D5-1C15-4291-8682-59B9811D7277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CCEF13-069A-4FFD-8CFC-85AA5C326839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8D8EB0F-57C2-48A9-8325-7E34C7DBA783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4C6AE34-9484-4B8B-B648-E616A57BDDFF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1FD921D-23D4-486B-95F6-5C5CEF48B0BE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357DF59-B370-43AE-A866-0E99FB318687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191AF83-3956-4496-A5AB-BA6098A6465B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57048FF-C14A-458F-89D9-9636BBA2C4F3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D4642B-90FA-4E2F-98A1-CDC6F3B1B0B0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BDAF7EF-34FF-4E47-A1D5-21B11412D5AE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QR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31B3FF2-C309-4CDD-ADF2-2B23C20355BA}"/>
              </a:ext>
            </a:extLst>
          </p:cNvPr>
          <p:cNvSpPr>
            <a:spLocks noGrp="1"/>
          </p:cNvSpPr>
          <p:nvPr/>
        </p:nvSpPr>
        <p:spPr>
          <a:xfrm>
            <a:off x="3352800" y="800100"/>
            <a:ext cx="5638800" cy="495300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80599D-4CC7-4D5A-8313-B6236BB713E4}"/>
              </a:ext>
            </a:extLst>
          </p:cNvPr>
          <p:cNvSpPr>
            <a:spLocks noGrp="1"/>
          </p:cNvSpPr>
          <p:nvPr/>
        </p:nvSpPr>
        <p:spPr>
          <a:xfrm>
            <a:off x="3276600" y="723900"/>
            <a:ext cx="5638800" cy="495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16256" y="1028700"/>
            <a:ext cx="4159489" cy="4191000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6408296F-2B33-4BB3-BF8F-7FDECF530B9E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858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lang="en-US" altLang="ko-KR" sz="1575" b="1" dirty="0">
                <a:solidFill>
                  <a:srgbClr val="5F2EEA"/>
                </a:solidFill>
                <a:latin typeface="Apple SD Gothic Neo"/>
                <a:ea typeface="Apple SD Gothic Neo"/>
                <a:hlinkClick r:id="rId4"/>
              </a:rPr>
              <a:t>www.</a:t>
            </a:r>
            <a:r>
              <a:rPr lang="ko-KR" altLang="ko-KR" sz="1575" dirty="0">
                <a:hlinkClick r:id="rId4"/>
              </a:rPr>
              <a:t>cluster-one-beta.vercel.app</a:t>
            </a:r>
            <a:endParaRPr sz="1575" b="1" dirty="0">
              <a:solidFill>
                <a:srgbClr val="5F2EE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279FC48-5053-4D69-BBDD-D5F7F35838BC}"/>
              </a:ext>
            </a:extLst>
          </p:cNvPr>
          <p:cNvSpPr>
            <a:spLocks noGrp="1"/>
          </p:cNvSpPr>
          <p:nvPr/>
        </p:nvSpPr>
        <p:spPr>
          <a:xfrm>
            <a:off x="666750" y="6115050"/>
            <a:ext cx="10858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지금 바로 접속하실 수 있습니다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14AC622-87EF-78B2-F357-9ABA4E5E5C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313" y="1012984"/>
            <a:ext cx="4222432" cy="4222432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C0B8F0F5-7C6A-9AF0-D767-3147E3C03E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838199"/>
            <a:ext cx="4664195" cy="468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직사각형 49">
            <a:extLst>
              <a:ext uri="{FF2B5EF4-FFF2-40B4-BE49-F238E27FC236}">
                <a16:creationId xmlns:a16="http://schemas.microsoft.com/office/drawing/2014/main" id="{0C0545B6-220B-4454-807D-5408FEE09AB3}"/>
              </a:ext>
            </a:extLst>
          </p:cNvPr>
          <p:cNvSpPr>
            <a:spLocks noGrp="1"/>
          </p:cNvSpPr>
          <p:nvPr/>
        </p:nvSpPr>
        <p:spPr>
          <a:xfrm>
            <a:off x="1905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E602EDF-A121-4AF2-8D1D-13D42E2A9C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DC2E59-9046-4AC2-ADDA-706FC43A8C99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E94604-CBF3-4E3D-B3D4-3ECC12D1D0AA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B4B043-5862-490D-A63F-187B6EF99B74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985323-87C5-47F9-8E04-934E7DA9B05B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EF7271-AAF0-459C-B44F-32BD7973751C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3D3B0B4-BA3F-4C22-881A-E3615F1CF155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300583-891B-4E37-AC06-7BBBFB9C37FD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212036-E0D5-4711-97A6-F039EE1136D5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28905D-77BB-4FB8-9E2F-468D17A791C4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74E4A6-FC17-4E30-BB12-C9CEEC2171A4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DB1DB1-1741-4EBE-A60E-F6E9587B503F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D65F25-460B-4704-93C3-A88D13B6B890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E8C2823-70FE-496F-87A4-8AE9C750D4AD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E58F336-0C04-4A41-BBEB-3F865A550684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9DC1499-C409-4DB3-B3B6-92165EEE5E42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02CCB84-55F0-48E6-B8F4-94D1C28F675E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DB0D80A-7745-4E06-941B-5978ADA2F840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DEE6674-7BC9-49B1-921B-5EA0E8C8CB4B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ECFFF1C-0DEC-472D-96AD-EBB2F74BC264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67CFDC3-3BF9-4A26-BC17-5E67B7B9B13B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LIMIT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A0A71B-E5C3-4C2A-87A3-E768B6AFA821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LIMITATIONS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D43B30-9F31-46BE-A585-041F40DB35E0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개발을 마치고 세 가지 한계를 직면했습니다.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F4F0471-0970-4212-8A2A-9D64D1E52FCF}"/>
              </a:ext>
            </a:extLst>
          </p:cNvPr>
          <p:cNvSpPr>
            <a:spLocks noGrp="1"/>
          </p:cNvSpPr>
          <p:nvPr/>
        </p:nvSpPr>
        <p:spPr>
          <a:xfrm>
            <a:off x="876300" y="106680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기획 의도와 실제 구현 사이의 괴리입니다.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83EA7B-F549-4435-B19B-3D9E79A4C03E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746CD15-4306-4064-A54D-3997ADB177F9}"/>
              </a:ext>
            </a:extLst>
          </p:cNvPr>
          <p:cNvSpPr>
            <a:spLocks noGrp="1"/>
          </p:cNvSpPr>
          <p:nvPr/>
        </p:nvSpPr>
        <p:spPr>
          <a:xfrm>
            <a:off x="990600" y="1562100"/>
            <a:ext cx="10210800" cy="4572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F3BCCBB-9E75-4823-8505-F69D8A58B563}"/>
              </a:ext>
            </a:extLst>
          </p:cNvPr>
          <p:cNvSpPr>
            <a:spLocks noGrp="1"/>
          </p:cNvSpPr>
          <p:nvPr/>
        </p:nvSpPr>
        <p:spPr>
          <a:xfrm>
            <a:off x="1219200" y="1714500"/>
            <a:ext cx="666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번호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ED165F2-11E4-4334-A587-7D37D321F18C}"/>
              </a:ext>
            </a:extLst>
          </p:cNvPr>
          <p:cNvSpPr>
            <a:spLocks noGrp="1"/>
          </p:cNvSpPr>
          <p:nvPr/>
        </p:nvSpPr>
        <p:spPr>
          <a:xfrm>
            <a:off x="2209800" y="17145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47BD7DD-45DA-4B6E-8BCA-A4F97C57ACCF}"/>
              </a:ext>
            </a:extLst>
          </p:cNvPr>
          <p:cNvSpPr>
            <a:spLocks noGrp="1"/>
          </p:cNvSpPr>
          <p:nvPr/>
        </p:nvSpPr>
        <p:spPr>
          <a:xfrm>
            <a:off x="4762500" y="171450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기획 의도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E259DDE-54A7-4A0E-9FC3-6427CE8EBF27}"/>
              </a:ext>
            </a:extLst>
          </p:cNvPr>
          <p:cNvSpPr>
            <a:spLocks noGrp="1"/>
          </p:cNvSpPr>
          <p:nvPr/>
        </p:nvSpPr>
        <p:spPr>
          <a:xfrm>
            <a:off x="7924800" y="1714500"/>
            <a:ext cx="2571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실제 문제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709F0BA-D916-4AB2-8C7F-D8049F8A3CB3}"/>
              </a:ext>
            </a:extLst>
          </p:cNvPr>
          <p:cNvSpPr>
            <a:spLocks noGrp="1"/>
          </p:cNvSpPr>
          <p:nvPr/>
        </p:nvSpPr>
        <p:spPr>
          <a:xfrm>
            <a:off x="990600" y="2019300"/>
            <a:ext cx="10210800" cy="1047750"/>
          </a:xfrm>
          <a:prstGeom prst="rect">
            <a:avLst/>
          </a:prstGeom>
          <a:solidFill>
            <a:srgbClr val="F4F0FF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57C1A0C-504A-4795-8DAB-110CEFB6E755}"/>
              </a:ext>
            </a:extLst>
          </p:cNvPr>
          <p:cNvSpPr>
            <a:spLocks noGrp="1"/>
          </p:cNvSpPr>
          <p:nvPr/>
        </p:nvSpPr>
        <p:spPr>
          <a:xfrm>
            <a:off x="1219200" y="2305050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DBA62C9-CE7F-4B15-9625-6A89C0E7D608}"/>
              </a:ext>
            </a:extLst>
          </p:cNvPr>
          <p:cNvSpPr>
            <a:spLocks noGrp="1"/>
          </p:cNvSpPr>
          <p:nvPr/>
        </p:nvSpPr>
        <p:spPr>
          <a:xfrm>
            <a:off x="2209800" y="22288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얼굴 임베딩 정확도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AB89270-0A0C-4A75-AA32-DCBC6DEDBDBA}"/>
              </a:ext>
            </a:extLst>
          </p:cNvPr>
          <p:cNvSpPr>
            <a:spLocks noGrp="1"/>
          </p:cNvSpPr>
          <p:nvPr/>
        </p:nvSpPr>
        <p:spPr>
          <a:xfrm>
            <a:off x="4762500" y="222885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ArcFace로</a:t>
            </a:r>
            <a:r>
              <a:rPr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인물</a:t>
            </a:r>
            <a:r>
              <a:rPr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식별</a:t>
            </a:r>
            <a:r>
              <a:rPr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자동화</a:t>
            </a:r>
            <a:endParaRPr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86646F7-33AB-4CDF-8E46-FAD2357CDF5F}"/>
              </a:ext>
            </a:extLst>
          </p:cNvPr>
          <p:cNvSpPr>
            <a:spLocks noGrp="1"/>
          </p:cNvSpPr>
          <p:nvPr/>
        </p:nvSpPr>
        <p:spPr>
          <a:xfrm>
            <a:off x="7924800" y="2228850"/>
            <a:ext cx="2571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threshold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실사용자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부족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→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오인식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위험</a:t>
            </a:r>
            <a:endParaRPr sz="1050" b="0" dirty="0">
              <a:solidFill>
                <a:srgbClr val="676070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090DF60-0A9F-4A80-A2C9-454ABD895BF5}"/>
              </a:ext>
            </a:extLst>
          </p:cNvPr>
          <p:cNvSpPr>
            <a:spLocks noGrp="1"/>
          </p:cNvSpPr>
          <p:nvPr/>
        </p:nvSpPr>
        <p:spPr>
          <a:xfrm>
            <a:off x="990600" y="3276600"/>
            <a:ext cx="102108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7748748-DB7D-47C2-B171-12C2EF6FF8FE}"/>
              </a:ext>
            </a:extLst>
          </p:cNvPr>
          <p:cNvSpPr>
            <a:spLocks noGrp="1"/>
          </p:cNvSpPr>
          <p:nvPr/>
        </p:nvSpPr>
        <p:spPr>
          <a:xfrm>
            <a:off x="1219200" y="3562350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83025CF-C369-41AA-9E93-4C74B4E16776}"/>
              </a:ext>
            </a:extLst>
          </p:cNvPr>
          <p:cNvSpPr>
            <a:spLocks noGrp="1"/>
          </p:cNvSpPr>
          <p:nvPr/>
        </p:nvSpPr>
        <p:spPr>
          <a:xfrm>
            <a:off x="2209800" y="34861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자동화의</a:t>
            </a:r>
            <a:r>
              <a:rPr sz="15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전제</a:t>
            </a:r>
            <a:r>
              <a:rPr sz="1500" b="1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500" b="1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조건</a:t>
            </a:r>
            <a:endParaRPr sz="1500" b="1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4AE109D-758B-4B93-8677-1927EAC85DC1}"/>
              </a:ext>
            </a:extLst>
          </p:cNvPr>
          <p:cNvSpPr>
            <a:spLocks noGrp="1"/>
          </p:cNvSpPr>
          <p:nvPr/>
        </p:nvSpPr>
        <p:spPr>
          <a:xfrm>
            <a:off x="4762500" y="348615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사진</a:t>
            </a:r>
            <a:r>
              <a:rPr sz="1050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업로드만으로</a:t>
            </a:r>
            <a:r>
              <a:rPr sz="1050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자동</a:t>
            </a:r>
            <a:r>
              <a:rPr sz="1050" b="0" dirty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기록</a:t>
            </a:r>
            <a:endParaRPr sz="1050" b="0" dirty="0">
              <a:solidFill>
                <a:srgbClr val="171321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97DA273-ABF2-411B-A3C4-B9F35AF0AF80}"/>
              </a:ext>
            </a:extLst>
          </p:cNvPr>
          <p:cNvSpPr>
            <a:spLocks noGrp="1"/>
          </p:cNvSpPr>
          <p:nvPr/>
        </p:nvSpPr>
        <p:spPr>
          <a:xfrm>
            <a:off x="7924800" y="3486150"/>
            <a:ext cx="2571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People·Place·Schedule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선등록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필요</a:t>
            </a:r>
            <a:endParaRPr sz="1050" b="0" dirty="0">
              <a:solidFill>
                <a:srgbClr val="676070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CC569C9-1981-405B-A897-37F3EB4CC99D}"/>
              </a:ext>
            </a:extLst>
          </p:cNvPr>
          <p:cNvSpPr>
            <a:spLocks noGrp="1"/>
          </p:cNvSpPr>
          <p:nvPr/>
        </p:nvSpPr>
        <p:spPr>
          <a:xfrm>
            <a:off x="990600" y="4533900"/>
            <a:ext cx="10210800" cy="1047750"/>
          </a:xfrm>
          <a:prstGeom prst="rect">
            <a:avLst/>
          </a:prstGeom>
          <a:solidFill>
            <a:srgbClr val="F4F0FF"/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1959CBE-017E-40E8-B462-8393C3DB15F8}"/>
              </a:ext>
            </a:extLst>
          </p:cNvPr>
          <p:cNvSpPr>
            <a:spLocks noGrp="1"/>
          </p:cNvSpPr>
          <p:nvPr/>
        </p:nvSpPr>
        <p:spPr>
          <a:xfrm>
            <a:off x="1219200" y="4819650"/>
            <a:ext cx="66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39B5AB8-0B03-4F0A-BC43-006E02925E5F}"/>
              </a:ext>
            </a:extLst>
          </p:cNvPr>
          <p:cNvSpPr>
            <a:spLocks noGrp="1"/>
          </p:cNvSpPr>
          <p:nvPr/>
        </p:nvSpPr>
        <p:spPr>
          <a:xfrm>
            <a:off x="2209800" y="47434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EXIF 의존성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9CA13C6-64AB-4E48-9676-25DDC21012A2}"/>
              </a:ext>
            </a:extLst>
          </p:cNvPr>
          <p:cNvSpPr>
            <a:spLocks noGrp="1"/>
          </p:cNvSpPr>
          <p:nvPr/>
        </p:nvSpPr>
        <p:spPr>
          <a:xfrm>
            <a:off x="4762500" y="4743450"/>
            <a:ext cx="247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GPS·촬영 시간 기반 자동 매칭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AFDBD3D-F972-4C04-9035-0A9C436E9CD7}"/>
              </a:ext>
            </a:extLst>
          </p:cNvPr>
          <p:cNvSpPr>
            <a:spLocks noGrp="1"/>
          </p:cNvSpPr>
          <p:nvPr/>
        </p:nvSpPr>
        <p:spPr>
          <a:xfrm>
            <a:off x="7924800" y="4743450"/>
            <a:ext cx="2571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SNS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공유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사진은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EXIF가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없는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경우가</a:t>
            </a:r>
            <a:r>
              <a:rPr sz="1050" b="0" dirty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많음</a:t>
            </a:r>
            <a:endParaRPr sz="1050" b="0" dirty="0">
              <a:solidFill>
                <a:srgbClr val="676070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D7A81FC-3566-494A-BD20-BC75A901EDFD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4E5460C-E227-4759-A6D8-23E5165485B8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903253F-F49B-4056-8CA6-B4EAE8B093FB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3483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직사각형 45">
            <a:extLst>
              <a:ext uri="{FF2B5EF4-FFF2-40B4-BE49-F238E27FC236}">
                <a16:creationId xmlns:a16="http://schemas.microsoft.com/office/drawing/2014/main" id="{C2A7A137-D79D-4D3B-BDC8-1F3DB91CF8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5BCA54F-0A2F-4AA3-B7BB-3E75D39E2A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6BCD843-02D9-432A-8FEC-6B0DF54895AB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8631C4-F6BF-4EBB-AEDA-4DCB7D0C106F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09D3F4-ADBC-4BEE-B343-41A6F56DF8F0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5E7189B-967B-402F-9066-150DBFB1305B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73B8E1-1CF3-4DD0-A593-ACA2D657BCA4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ACB7DB-352A-4158-8013-4DB4A9C16345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AEE0C0-539E-4D4F-A80A-3041CEECEA2D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00DDCA-FAE3-421C-9744-41DD8DA5F664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1CD8E49-1B04-4862-9D5A-5AE64B80D210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40644A-C616-4629-974B-7EEBCEB88296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B42954-D170-4E12-9757-B06CA455455B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0D6955-2127-469F-B757-F06CAB1EA20B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DD019B-3B8F-47FA-9F8F-C68B79F46FCC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8925986-D9FB-436E-AEAA-A9C914C90937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EDF281D-C272-4611-96ED-CFDEBC274ADD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AD4C342-1C37-48A9-9308-A0275E03B140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08A35DB-494E-4CD3-82B7-6C4DA50F42D4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2DECABC-EC2A-4EB4-9F0C-BD2BFA901111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C606FD4-292B-4715-88E6-12717B303E2D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9273E61-6944-414D-BCB6-65D7889094F2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FCC857-1D2B-4BCB-88FE-C60177EF3CD0}"/>
              </a:ext>
            </a:extLst>
          </p:cNvPr>
          <p:cNvSpPr>
            <a:spLocks noGrp="1"/>
          </p:cNvSpPr>
          <p:nvPr/>
        </p:nvSpPr>
        <p:spPr>
          <a:xfrm>
            <a:off x="876300" y="3619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DBE3C89-BD37-477D-833B-7EA02E9B471D}"/>
              </a:ext>
            </a:extLst>
          </p:cNvPr>
          <p:cNvSpPr>
            <a:spLocks noGrp="1"/>
          </p:cNvSpPr>
          <p:nvPr/>
        </p:nvSpPr>
        <p:spPr>
          <a:xfrm>
            <a:off x="876300" y="628650"/>
            <a:ext cx="9048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진짜 자동화는 사용자가 이미 쓰고 있는 데이터에서 시작합니다.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D47B83E-F00F-4CE4-BDAC-7E7249F3CCFD}"/>
              </a:ext>
            </a:extLst>
          </p:cNvPr>
          <p:cNvSpPr>
            <a:spLocks noGrp="1"/>
          </p:cNvSpPr>
          <p:nvPr/>
        </p:nvSpPr>
        <p:spPr>
          <a:xfrm>
            <a:off x="876300" y="1352550"/>
            <a:ext cx="10439400" cy="11430"/>
          </a:xfrm>
          <a:prstGeom prst="rect">
            <a:avLst/>
          </a:prstGeom>
          <a:solidFill>
            <a:srgbClr val="D7CD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56FDAF5-DE7E-4116-9915-282D2D8D6093}"/>
              </a:ext>
            </a:extLst>
          </p:cNvPr>
          <p:cNvSpPr>
            <a:spLocks noGrp="1"/>
          </p:cNvSpPr>
          <p:nvPr/>
        </p:nvSpPr>
        <p:spPr>
          <a:xfrm>
            <a:off x="1143000" y="2019300"/>
            <a:ext cx="2857500" cy="29527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18F756F-A575-4D73-B3FD-98DD9665EE93}"/>
              </a:ext>
            </a:extLst>
          </p:cNvPr>
          <p:cNvSpPr>
            <a:spLocks noGrp="1"/>
          </p:cNvSpPr>
          <p:nvPr/>
        </p:nvSpPr>
        <p:spPr>
          <a:xfrm>
            <a:off x="1066800" y="1943100"/>
            <a:ext cx="285750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9FEC545-07F7-429E-9865-70E4954016BF}"/>
              </a:ext>
            </a:extLst>
          </p:cNvPr>
          <p:cNvSpPr>
            <a:spLocks noGrp="1"/>
          </p:cNvSpPr>
          <p:nvPr/>
        </p:nvSpPr>
        <p:spPr>
          <a:xfrm>
            <a:off x="1066800" y="224790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6B7320F-3152-450A-88F1-37D98A86A63A}"/>
              </a:ext>
            </a:extLst>
          </p:cNvPr>
          <p:cNvSpPr>
            <a:spLocks noGrp="1"/>
          </p:cNvSpPr>
          <p:nvPr/>
        </p:nvSpPr>
        <p:spPr>
          <a:xfrm>
            <a:off x="1066800" y="28956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인식 정확도 고도화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70A4FA8-BD9F-4671-875B-3072CB30EC86}"/>
              </a:ext>
            </a:extLst>
          </p:cNvPr>
          <p:cNvSpPr>
            <a:spLocks noGrp="1"/>
          </p:cNvSpPr>
          <p:nvPr/>
        </p:nvSpPr>
        <p:spPr>
          <a:xfrm>
            <a:off x="1466850" y="3562350"/>
            <a:ext cx="20574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실사용자 사진 기반 threshold 튜닝</a:t>
            </a:r>
          </a:p>
          <a:p>
            <a:pPr algn="ctr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오인식 수정 피드백 루프</a:t>
            </a:r>
          </a:p>
          <a:p>
            <a:pPr algn="ctr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상용 Face API 검토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70FF992-4748-40AF-B1D8-070451EAF782}"/>
              </a:ext>
            </a:extLst>
          </p:cNvPr>
          <p:cNvSpPr>
            <a:spLocks noGrp="1"/>
          </p:cNvSpPr>
          <p:nvPr/>
        </p:nvSpPr>
        <p:spPr>
          <a:xfrm>
            <a:off x="4533900" y="2019300"/>
            <a:ext cx="2857500" cy="29527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2035F76-54CD-40E5-947E-0D69093E5E1A}"/>
              </a:ext>
            </a:extLst>
          </p:cNvPr>
          <p:cNvSpPr>
            <a:spLocks noGrp="1"/>
          </p:cNvSpPr>
          <p:nvPr/>
        </p:nvSpPr>
        <p:spPr>
          <a:xfrm>
            <a:off x="4457700" y="1943100"/>
            <a:ext cx="2857500" cy="2952750"/>
          </a:xfrm>
          <a:prstGeom prst="rect">
            <a:avLst/>
          </a:prstGeom>
          <a:solidFill>
            <a:srgbClr val="2F0B43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DE97D10-9597-442C-A4DE-4746FC6CD3A6}"/>
              </a:ext>
            </a:extLst>
          </p:cNvPr>
          <p:cNvSpPr>
            <a:spLocks noGrp="1"/>
          </p:cNvSpPr>
          <p:nvPr/>
        </p:nvSpPr>
        <p:spPr>
          <a:xfrm>
            <a:off x="4457700" y="224790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②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8BE73F0-F85E-47C0-998E-0424D852020F}"/>
              </a:ext>
            </a:extLst>
          </p:cNvPr>
          <p:cNvSpPr>
            <a:spLocks noGrp="1"/>
          </p:cNvSpPr>
          <p:nvPr/>
        </p:nvSpPr>
        <p:spPr>
          <a:xfrm>
            <a:off x="4457700" y="28956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온보딩 재설계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A597A56-0DEC-45C0-8C2E-FDF4FB525AF8}"/>
              </a:ext>
            </a:extLst>
          </p:cNvPr>
          <p:cNvSpPr>
            <a:spLocks noGrp="1"/>
          </p:cNvSpPr>
          <p:nvPr/>
        </p:nvSpPr>
        <p:spPr>
          <a:xfrm>
            <a:off x="4857750" y="3562350"/>
            <a:ext cx="20574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DDD2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 err="1">
                <a:solidFill>
                  <a:srgbClr val="DDD2FF"/>
                </a:solidFill>
                <a:latin typeface="Apple SD Gothic Neo"/>
                <a:ea typeface="Apple SD Gothic Neo"/>
                <a:cs typeface="Apple SD Gothic Neo"/>
              </a:rPr>
              <a:t>연락처·사진·캘린더</a:t>
            </a:r>
            <a:r>
              <a:rPr sz="1050" b="0" dirty="0">
                <a:solidFill>
                  <a:srgbClr val="DDD2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DDD2FF"/>
                </a:solidFill>
                <a:latin typeface="Apple SD Gothic Neo"/>
                <a:ea typeface="Apple SD Gothic Neo"/>
                <a:cs typeface="Apple SD Gothic Neo"/>
              </a:rPr>
              <a:t>최초</a:t>
            </a:r>
            <a:r>
              <a:rPr sz="1050" b="0" dirty="0">
                <a:solidFill>
                  <a:srgbClr val="DDD2FF"/>
                </a:solidFill>
                <a:latin typeface="Apple SD Gothic Neo"/>
                <a:ea typeface="Apple SD Gothic Neo"/>
                <a:cs typeface="Apple SD Gothic Neo"/>
              </a:rPr>
              <a:t> 1회 </a:t>
            </a:r>
            <a:r>
              <a:rPr sz="1050" b="0" dirty="0" err="1">
                <a:solidFill>
                  <a:srgbClr val="DDD2FF"/>
                </a:solidFill>
                <a:latin typeface="Apple SD Gothic Neo"/>
                <a:ea typeface="Apple SD Gothic Neo"/>
                <a:cs typeface="Apple SD Gothic Neo"/>
              </a:rPr>
              <a:t>연동</a:t>
            </a:r>
            <a:endParaRPr sz="1050" b="0" dirty="0">
              <a:solidFill>
                <a:srgbClr val="DDD2FF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ctr">
              <a:defRPr sz="1050" b="0">
                <a:solidFill>
                  <a:srgbClr val="DDD2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 dirty="0" err="1">
                <a:solidFill>
                  <a:srgbClr val="DDD2FF"/>
                </a:solidFill>
                <a:latin typeface="Apple SD Gothic Neo"/>
                <a:ea typeface="Apple SD Gothic Neo"/>
                <a:cs typeface="Apple SD Gothic Neo"/>
              </a:rPr>
              <a:t>People·Place·Schedule</a:t>
            </a:r>
            <a:r>
              <a:rPr sz="1050" b="0" dirty="0">
                <a:solidFill>
                  <a:srgbClr val="DDD2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DDD2FF"/>
                </a:solidFill>
                <a:latin typeface="Apple SD Gothic Neo"/>
                <a:ea typeface="Apple SD Gothic Neo"/>
                <a:cs typeface="Apple SD Gothic Neo"/>
              </a:rPr>
              <a:t>자동</a:t>
            </a:r>
            <a:r>
              <a:rPr sz="1050" b="0" dirty="0">
                <a:solidFill>
                  <a:srgbClr val="DDD2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50" b="0" dirty="0" err="1">
                <a:solidFill>
                  <a:srgbClr val="DDD2FF"/>
                </a:solidFill>
                <a:latin typeface="Apple SD Gothic Neo"/>
                <a:ea typeface="Apple SD Gothic Neo"/>
                <a:cs typeface="Apple SD Gothic Neo"/>
              </a:rPr>
              <a:t>생성</a:t>
            </a:r>
            <a:endParaRPr sz="1050" b="0" dirty="0">
              <a:solidFill>
                <a:srgbClr val="DDD2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8B1365E-C795-46E0-850C-ACE9DC91D4BF}"/>
              </a:ext>
            </a:extLst>
          </p:cNvPr>
          <p:cNvSpPr>
            <a:spLocks noGrp="1"/>
          </p:cNvSpPr>
          <p:nvPr/>
        </p:nvSpPr>
        <p:spPr>
          <a:xfrm>
            <a:off x="7924800" y="2019300"/>
            <a:ext cx="2857500" cy="2952750"/>
          </a:xfrm>
          <a:prstGeom prst="rect">
            <a:avLst/>
          </a:prstGeom>
          <a:solidFill>
            <a:srgbClr val="CABDE0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4309F45-09D6-489F-AF7E-F202C43033D2}"/>
              </a:ext>
            </a:extLst>
          </p:cNvPr>
          <p:cNvSpPr>
            <a:spLocks noGrp="1"/>
          </p:cNvSpPr>
          <p:nvPr/>
        </p:nvSpPr>
        <p:spPr>
          <a:xfrm>
            <a:off x="7848600" y="1943100"/>
            <a:ext cx="285750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ED3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1758660-F2DF-49F5-9460-2C0FA01A2483}"/>
              </a:ext>
            </a:extLst>
          </p:cNvPr>
          <p:cNvSpPr>
            <a:spLocks noGrp="1"/>
          </p:cNvSpPr>
          <p:nvPr/>
        </p:nvSpPr>
        <p:spPr>
          <a:xfrm>
            <a:off x="7848600" y="224790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③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17EBDE5-5EFC-4108-9FED-F4E7363548F7}"/>
              </a:ext>
            </a:extLst>
          </p:cNvPr>
          <p:cNvSpPr>
            <a:spLocks noGrp="1"/>
          </p:cNvSpPr>
          <p:nvPr/>
        </p:nvSpPr>
        <p:spPr>
          <a:xfrm>
            <a:off x="7848600" y="28956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EXIF 보완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3FCAA76-D435-4462-9ED2-DB8EE9458198}"/>
              </a:ext>
            </a:extLst>
          </p:cNvPr>
          <p:cNvSpPr>
            <a:spLocks noGrp="1"/>
          </p:cNvSpPr>
          <p:nvPr/>
        </p:nvSpPr>
        <p:spPr>
          <a:xfrm>
            <a:off x="8248650" y="3562350"/>
            <a:ext cx="20574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EXIF 없는 사진 최소 입력 UI</a:t>
            </a:r>
          </a:p>
          <a:p>
            <a:pPr algn="ctr">
              <a:def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날짜만 입력해도 일정 매칭 가능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2974612-D9CC-4B6C-92FF-6937FF815DBB}"/>
              </a:ext>
            </a:extLst>
          </p:cNvPr>
          <p:cNvSpPr>
            <a:spLocks noGrp="1"/>
          </p:cNvSpPr>
          <p:nvPr/>
        </p:nvSpPr>
        <p:spPr>
          <a:xfrm>
            <a:off x="2095500" y="5467350"/>
            <a:ext cx="8001000" cy="40005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76508E4-9ADA-4796-B982-BDF4FDF0FB49}"/>
              </a:ext>
            </a:extLst>
          </p:cNvPr>
          <p:cNvSpPr>
            <a:spLocks noGrp="1"/>
          </p:cNvSpPr>
          <p:nvPr/>
        </p:nvSpPr>
        <p:spPr>
          <a:xfrm>
            <a:off x="2286000" y="5581650"/>
            <a:ext cx="7620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사용자의 기존 데이터를 활용해야 진짜 자동화가 시작됩니다.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13DF17E-F640-4B6E-8B87-42B1341D4760}"/>
              </a:ext>
            </a:extLst>
          </p:cNvPr>
          <p:cNvSpPr>
            <a:spLocks noGrp="1"/>
          </p:cNvSpPr>
          <p:nvPr/>
        </p:nvSpPr>
        <p:spPr>
          <a:xfrm>
            <a:off x="876300" y="6362700"/>
            <a:ext cx="104394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C3B6BDB-6459-4575-B7F7-4915957725B7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CLUSTER · 사진 한 장으로 인생을 기록하다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4B5A58C-7421-4ED3-A03D-31406EE41BEA}"/>
              </a:ext>
            </a:extLst>
          </p:cNvPr>
          <p:cNvSpPr>
            <a:spLocks noGrp="1"/>
          </p:cNvSpPr>
          <p:nvPr/>
        </p:nvSpPr>
        <p:spPr>
          <a:xfrm>
            <a:off x="10934700" y="64389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46690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70CEAEAB-17B2-4384-9C94-1AF66A5658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8FDEEF-7BB7-400E-A70D-D2CDC2BCFF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2F0B4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7BF342-9EF5-47C4-A4CF-D17AC2F7258A}"/>
              </a:ext>
            </a:extLst>
          </p:cNvPr>
          <p:cNvSpPr>
            <a:spLocks noGrp="1"/>
          </p:cNvSpPr>
          <p:nvPr/>
        </p:nvSpPr>
        <p:spPr>
          <a:xfrm>
            <a:off x="990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760B02-0600-48FE-8C11-ECC7250CB484}"/>
              </a:ext>
            </a:extLst>
          </p:cNvPr>
          <p:cNvSpPr>
            <a:spLocks noGrp="1"/>
          </p:cNvSpPr>
          <p:nvPr/>
        </p:nvSpPr>
        <p:spPr>
          <a:xfrm>
            <a:off x="1905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94FFC1-0065-42C7-BC87-081DC8940EF0}"/>
              </a:ext>
            </a:extLst>
          </p:cNvPr>
          <p:cNvSpPr>
            <a:spLocks noGrp="1"/>
          </p:cNvSpPr>
          <p:nvPr/>
        </p:nvSpPr>
        <p:spPr>
          <a:xfrm>
            <a:off x="2819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1EF6DB-6928-4797-BE54-919224E2C1F6}"/>
              </a:ext>
            </a:extLst>
          </p:cNvPr>
          <p:cNvSpPr>
            <a:spLocks noGrp="1"/>
          </p:cNvSpPr>
          <p:nvPr/>
        </p:nvSpPr>
        <p:spPr>
          <a:xfrm>
            <a:off x="3733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1BA0A1-8820-42A4-B9A2-CDAE4B74A713}"/>
              </a:ext>
            </a:extLst>
          </p:cNvPr>
          <p:cNvSpPr>
            <a:spLocks noGrp="1"/>
          </p:cNvSpPr>
          <p:nvPr/>
        </p:nvSpPr>
        <p:spPr>
          <a:xfrm>
            <a:off x="4648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89C981-119E-4DDC-AF4E-17300A7042AA}"/>
              </a:ext>
            </a:extLst>
          </p:cNvPr>
          <p:cNvSpPr>
            <a:spLocks noGrp="1"/>
          </p:cNvSpPr>
          <p:nvPr/>
        </p:nvSpPr>
        <p:spPr>
          <a:xfrm>
            <a:off x="5562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70CE43-110C-4C00-9A6C-DE3F215E4605}"/>
              </a:ext>
            </a:extLst>
          </p:cNvPr>
          <p:cNvSpPr>
            <a:spLocks noGrp="1"/>
          </p:cNvSpPr>
          <p:nvPr/>
        </p:nvSpPr>
        <p:spPr>
          <a:xfrm>
            <a:off x="6477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ACF54B-B143-44EF-B76F-47CBBCA16D42}"/>
              </a:ext>
            </a:extLst>
          </p:cNvPr>
          <p:cNvSpPr>
            <a:spLocks noGrp="1"/>
          </p:cNvSpPr>
          <p:nvPr/>
        </p:nvSpPr>
        <p:spPr>
          <a:xfrm>
            <a:off x="73914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3CE16E-3AE6-4C25-9BD5-97FD5956093D}"/>
              </a:ext>
            </a:extLst>
          </p:cNvPr>
          <p:cNvSpPr>
            <a:spLocks noGrp="1"/>
          </p:cNvSpPr>
          <p:nvPr/>
        </p:nvSpPr>
        <p:spPr>
          <a:xfrm>
            <a:off x="83058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244D00-B6A7-4731-8BB7-6C4BF853C5E4}"/>
              </a:ext>
            </a:extLst>
          </p:cNvPr>
          <p:cNvSpPr>
            <a:spLocks noGrp="1"/>
          </p:cNvSpPr>
          <p:nvPr/>
        </p:nvSpPr>
        <p:spPr>
          <a:xfrm>
            <a:off x="92202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987254D-B12C-404E-8216-E6B9492A4C22}"/>
              </a:ext>
            </a:extLst>
          </p:cNvPr>
          <p:cNvSpPr>
            <a:spLocks noGrp="1"/>
          </p:cNvSpPr>
          <p:nvPr/>
        </p:nvSpPr>
        <p:spPr>
          <a:xfrm>
            <a:off x="101346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5359C0D-860D-47F5-867C-5F517E53EF14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6668" cy="5791200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06A796-43E7-4472-BD1B-A08243644955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B47ED1F-268F-4F63-BEA1-EAAF1B5F8DA7}"/>
              </a:ext>
            </a:extLst>
          </p:cNvPr>
          <p:cNvSpPr>
            <a:spLocks noGrp="1"/>
          </p:cNvSpPr>
          <p:nvPr/>
        </p:nvSpPr>
        <p:spPr>
          <a:xfrm>
            <a:off x="800100" y="1714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871B1F-B340-4DF4-B37A-22B590915709}"/>
              </a:ext>
            </a:extLst>
          </p:cNvPr>
          <p:cNvSpPr>
            <a:spLocks noGrp="1"/>
          </p:cNvSpPr>
          <p:nvPr/>
        </p:nvSpPr>
        <p:spPr>
          <a:xfrm>
            <a:off x="800100" y="25527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6C4138E-187E-44F9-9E77-9C25DBD8CD1D}"/>
              </a:ext>
            </a:extLst>
          </p:cNvPr>
          <p:cNvSpPr>
            <a:spLocks noGrp="1"/>
          </p:cNvSpPr>
          <p:nvPr/>
        </p:nvSpPr>
        <p:spPr>
          <a:xfrm>
            <a:off x="800100" y="33909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5CE8712-601B-4DFF-80BE-1B0500BA887A}"/>
              </a:ext>
            </a:extLst>
          </p:cNvPr>
          <p:cNvSpPr>
            <a:spLocks noGrp="1"/>
          </p:cNvSpPr>
          <p:nvPr/>
        </p:nvSpPr>
        <p:spPr>
          <a:xfrm>
            <a:off x="800100" y="42291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9486BB-4D4C-4061-BC31-5E7AE84180DE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FEFA3D9-969D-4EFA-A285-C0C2F508A826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10629900" cy="6668"/>
          </a:xfrm>
          <a:prstGeom prst="rect">
            <a:avLst/>
          </a:prstGeom>
          <a:solidFill>
            <a:srgbClr val="ECE4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8C701A5-E59C-497C-ACE4-A5159EA590FC}"/>
              </a:ext>
            </a:extLst>
          </p:cNvPr>
          <p:cNvSpPr>
            <a:spLocks noGrp="1"/>
          </p:cNvSpPr>
          <p:nvPr/>
        </p:nvSpPr>
        <p:spPr>
          <a:xfrm>
            <a:off x="171450" y="5715000"/>
            <a:ext cx="2667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defRPr>
            </a:pPr>
            <a:r>
              <a:rPr sz="638" b="1">
                <a:solidFill>
                  <a:srgbClr val="EEE8FF"/>
                </a:solidFill>
                <a:latin typeface="Aptos Mono"/>
                <a:ea typeface="Aptos Mono"/>
                <a:cs typeface="Aptos Mono"/>
              </a:rPr>
              <a:t>CLOSE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7521557-6497-49E3-853B-7647FF4294A8}"/>
              </a:ext>
            </a:extLst>
          </p:cNvPr>
          <p:cNvSpPr>
            <a:spLocks noGrp="1"/>
          </p:cNvSpPr>
          <p:nvPr/>
        </p:nvSpPr>
        <p:spPr>
          <a:xfrm>
            <a:off x="914400" y="781050"/>
            <a:ext cx="10363200" cy="49530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7CD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E1573AE-E712-45BC-9B11-DB5DB955F32A}"/>
              </a:ext>
            </a:extLst>
          </p:cNvPr>
          <p:cNvSpPr>
            <a:spLocks noGrp="1"/>
          </p:cNvSpPr>
          <p:nvPr/>
        </p:nvSpPr>
        <p:spPr>
          <a:xfrm>
            <a:off x="0" y="1123950"/>
            <a:ext cx="12192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600" b="1">
                <a:solidFill>
                  <a:srgbClr val="5F2EEA"/>
                </a:solidFill>
                <a:latin typeface="Aptos Mono"/>
                <a:ea typeface="Aptos Mono"/>
                <a:cs typeface="Aptos Mono"/>
              </a:defRPr>
            </a:pPr>
            <a:r>
              <a:rPr sz="3600" b="1">
                <a:solidFill>
                  <a:srgbClr val="5F2EEA"/>
                </a:solidFill>
                <a:latin typeface="Aptos Mono"/>
                <a:ea typeface="Aptos Mono"/>
                <a:cs typeface="Aptos Mono"/>
              </a:rPr>
              <a:t>CLUSTER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8C659B2-A0A2-4949-89B2-29F3792E7E3F}"/>
              </a:ext>
            </a:extLst>
          </p:cNvPr>
          <p:cNvSpPr>
            <a:spLocks noGrp="1"/>
          </p:cNvSpPr>
          <p:nvPr/>
        </p:nvSpPr>
        <p:spPr>
          <a:xfrm>
            <a:off x="4514850" y="1962150"/>
            <a:ext cx="3162300" cy="38100"/>
          </a:xfrm>
          <a:prstGeom prst="rect">
            <a:avLst/>
          </a:prstGeom>
          <a:solidFill>
            <a:srgbClr val="5F2E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FC19677-F14A-4257-A173-CEDAF3F30463}"/>
              </a:ext>
            </a:extLst>
          </p:cNvPr>
          <p:cNvSpPr>
            <a:spLocks noGrp="1"/>
          </p:cNvSpPr>
          <p:nvPr/>
        </p:nvSpPr>
        <p:spPr>
          <a:xfrm>
            <a:off x="0" y="2495550"/>
            <a:ext cx="12192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71321"/>
                </a:solidFill>
                <a:latin typeface="Apple SD Gothic Neo"/>
                <a:ea typeface="Apple SD Gothic Neo"/>
                <a:cs typeface="Apple SD Gothic Neo"/>
              </a:rPr>
              <a:t>작년 이맘때 누구와 어디 있었나요?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8740A90-5504-4AE8-80FC-3F749CE3CCA4}"/>
              </a:ext>
            </a:extLst>
          </p:cNvPr>
          <p:cNvSpPr>
            <a:spLocks noGrp="1"/>
          </p:cNvSpPr>
          <p:nvPr/>
        </p:nvSpPr>
        <p:spPr>
          <a:xfrm>
            <a:off x="0" y="3295650"/>
            <a:ext cx="1219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People — 누구와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290AC4B-8021-4A25-BDAB-63B0EB6D219F}"/>
              </a:ext>
            </a:extLst>
          </p:cNvPr>
          <p:cNvSpPr>
            <a:spLocks noGrp="1"/>
          </p:cNvSpPr>
          <p:nvPr/>
        </p:nvSpPr>
        <p:spPr>
          <a:xfrm>
            <a:off x="0" y="3733800"/>
            <a:ext cx="1219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Place — 어디서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54B0E7C-D937-4B22-9338-73EE1D4B694A}"/>
              </a:ext>
            </a:extLst>
          </p:cNvPr>
          <p:cNvSpPr>
            <a:spLocks noGrp="1"/>
          </p:cNvSpPr>
          <p:nvPr/>
        </p:nvSpPr>
        <p:spPr>
          <a:xfrm>
            <a:off x="0" y="4171950"/>
            <a:ext cx="12192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F0B43"/>
                </a:solidFill>
                <a:latin typeface="Apple SD Gothic Neo"/>
                <a:ea typeface="Apple SD Gothic Neo"/>
                <a:cs typeface="Apple SD Gothic Neo"/>
              </a:rPr>
              <a:t>Calendar — 언제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71ACB56-1ACF-478C-B3C6-FC2F428FDE91}"/>
              </a:ext>
            </a:extLst>
          </p:cNvPr>
          <p:cNvSpPr>
            <a:spLocks noGrp="1"/>
          </p:cNvSpPr>
          <p:nvPr/>
        </p:nvSpPr>
        <p:spPr>
          <a:xfrm>
            <a:off x="0" y="4876800"/>
            <a:ext cx="1219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76070"/>
                </a:solidFill>
                <a:latin typeface="Apple SD Gothic Neo"/>
                <a:ea typeface="Apple SD Gothic Neo"/>
                <a:cs typeface="Apple SD Gothic Neo"/>
              </a:rPr>
              <a:t>사진 한 장이 10년 뒤의 나에게 자산이 되는 기록으로 쌓입니다.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8FEF078-6777-41C1-9C7F-43ADFD6D1971}"/>
              </a:ext>
            </a:extLst>
          </p:cNvPr>
          <p:cNvSpPr>
            <a:spLocks noGrp="1"/>
          </p:cNvSpPr>
          <p:nvPr/>
        </p:nvSpPr>
        <p:spPr>
          <a:xfrm>
            <a:off x="0" y="5314950"/>
            <a:ext cx="1219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5F2EEA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05927379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1092</Words>
  <Application>Microsoft Macintosh PowerPoint</Application>
  <DocSecurity>0</DocSecurity>
  <PresentationFormat>와이드스크린</PresentationFormat>
  <Paragraphs>315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Apple SD Gothic Neo</vt:lpstr>
      <vt:lpstr>Aptos Mono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최우석</cp:lastModifiedBy>
  <cp:revision>1</cp:revision>
  <dcterms:created xsi:type="dcterms:W3CDTF">2026-05-18T14:46:51Z</dcterms:created>
  <dcterms:modified xsi:type="dcterms:W3CDTF">2026-05-19T04:23:55Z</dcterms:modified>
</cp:coreProperties>
</file>