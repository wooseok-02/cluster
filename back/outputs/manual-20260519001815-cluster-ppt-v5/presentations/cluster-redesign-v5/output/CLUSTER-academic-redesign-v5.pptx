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a993496d10402f" /><Relationship Type="http://schemas.openxmlformats.org/officeDocument/2006/relationships/extended-properties" Target="/docProps/app.xml" Id="R956e9a87d16949b4" /><Relationship Type="http://schemas.openxmlformats.org/officeDocument/2006/relationships/officeDocument" Target="/ppt/presentation.xml" Id="R76cf65158daf4a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a8fbce4e5648e2"/>
  </p:sldMasterIdLst>
  <p:notesMasterIdLst>
    <p:notesMasterId xmlns:r="http://schemas.openxmlformats.org/officeDocument/2006/relationships" r:id="Rbc8d4c765eee4ded"/>
  </p:notesMasterIdLst>
  <p:sldIdLst>
    <p:sldId xmlns:r="http://schemas.openxmlformats.org/officeDocument/2006/relationships" id="256" r:id="Rc91b999a06624a7b"/>
    <p:sldId xmlns:r="http://schemas.openxmlformats.org/officeDocument/2006/relationships" id="257" r:id="R8d2e226b8cfe4232"/>
    <p:sldId xmlns:r="http://schemas.openxmlformats.org/officeDocument/2006/relationships" id="258" r:id="R0f1e37c38634490a"/>
    <p:sldId xmlns:r="http://schemas.openxmlformats.org/officeDocument/2006/relationships" id="259" r:id="R0b17d7d0e3a64b80"/>
    <p:sldId xmlns:r="http://schemas.openxmlformats.org/officeDocument/2006/relationships" id="260" r:id="Ref0334f419904362"/>
    <p:sldId xmlns:r="http://schemas.openxmlformats.org/officeDocument/2006/relationships" id="261" r:id="R006ad72e3caa468c"/>
    <p:sldId xmlns:r="http://schemas.openxmlformats.org/officeDocument/2006/relationships" id="262" r:id="Rb8b1fbda57904c11"/>
    <p:sldId xmlns:r="http://schemas.openxmlformats.org/officeDocument/2006/relationships" id="263" r:id="R1b06bd5d11334e81"/>
    <p:sldId xmlns:r="http://schemas.openxmlformats.org/officeDocument/2006/relationships" id="264" r:id="R9d419ee10a264fb4"/>
    <p:sldId xmlns:r="http://schemas.openxmlformats.org/officeDocument/2006/relationships" id="265" r:id="Ra989c94316c843d0"/>
    <p:sldId xmlns:r="http://schemas.openxmlformats.org/officeDocument/2006/relationships" id="266" r:id="R0c4ef5d0e1cf4bec"/>
    <p:sldId xmlns:r="http://schemas.openxmlformats.org/officeDocument/2006/relationships" id="267" r:id="Rc7f19082a1684aa7"/>
    <p:sldId xmlns:r="http://schemas.openxmlformats.org/officeDocument/2006/relationships" id="268" r:id="Rbeaeeee7c52d478c"/>
    <p:sldId xmlns:r="http://schemas.openxmlformats.org/officeDocument/2006/relationships" id="269" r:id="R4582087859fe4f87"/>
    <p:sldId xmlns:r="http://schemas.openxmlformats.org/officeDocument/2006/relationships" id="270" r:id="R1008241e5a1c431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a8fbce4e5648e2" /><Relationship Type="http://schemas.openxmlformats.org/officeDocument/2006/relationships/theme" Target="/ppt/theme/theme1.xml" Id="R83bb5aeeabb1487c" /><Relationship Type="http://schemas.openxmlformats.org/officeDocument/2006/relationships/notesMaster" Target="/ppt/notesMasters/notesMaster1.xml" Id="Rbc8d4c765eee4ded" /><Relationship Type="http://schemas.openxmlformats.org/officeDocument/2006/relationships/presProps" Target="/ppt/presProps.xml" Id="R29363342bcf44581" /><Relationship Type="http://schemas.openxmlformats.org/officeDocument/2006/relationships/viewProps" Target="/ppt/viewProps.xml" Id="Rc6b5aad306d54a0b" /><Relationship Type="http://schemas.openxmlformats.org/officeDocument/2006/relationships/tableStyles" Target="/ppt/tableStyles.xml" Id="R524847cde56a48ec" /><Relationship Type="http://schemas.openxmlformats.org/officeDocument/2006/relationships/slide" Target="/ppt/slides/slide1.xml" Id="Rc91b999a06624a7b" /><Relationship Type="http://schemas.openxmlformats.org/officeDocument/2006/relationships/slide" Target="/ppt/slides/slide2.xml" Id="R8d2e226b8cfe4232" /><Relationship Type="http://schemas.openxmlformats.org/officeDocument/2006/relationships/slide" Target="/ppt/slides/slide3.xml" Id="R0f1e37c38634490a" /><Relationship Type="http://schemas.openxmlformats.org/officeDocument/2006/relationships/slide" Target="/ppt/slides/slide4.xml" Id="R0b17d7d0e3a64b80" /><Relationship Type="http://schemas.openxmlformats.org/officeDocument/2006/relationships/slide" Target="/ppt/slides/slide5.xml" Id="Ref0334f419904362" /><Relationship Type="http://schemas.openxmlformats.org/officeDocument/2006/relationships/slide" Target="/ppt/slides/slide6.xml" Id="R006ad72e3caa468c" /><Relationship Type="http://schemas.openxmlformats.org/officeDocument/2006/relationships/slide" Target="/ppt/slides/slide7.xml" Id="Rb8b1fbda57904c11" /><Relationship Type="http://schemas.openxmlformats.org/officeDocument/2006/relationships/slide" Target="/ppt/slides/slide8.xml" Id="R1b06bd5d11334e81" /><Relationship Type="http://schemas.openxmlformats.org/officeDocument/2006/relationships/slide" Target="/ppt/slides/slide9.xml" Id="R9d419ee10a264fb4" /><Relationship Type="http://schemas.openxmlformats.org/officeDocument/2006/relationships/slide" Target="/ppt/slides/slide10.xml" Id="Ra989c94316c843d0" /><Relationship Type="http://schemas.openxmlformats.org/officeDocument/2006/relationships/slide" Target="/ppt/slides/slide11.xml" Id="R0c4ef5d0e1cf4bec" /><Relationship Type="http://schemas.openxmlformats.org/officeDocument/2006/relationships/slide" Target="/ppt/slides/slide12.xml" Id="Rc7f19082a1684aa7" /><Relationship Type="http://schemas.openxmlformats.org/officeDocument/2006/relationships/slide" Target="/ppt/slides/slide13.xml" Id="Rbeaeeee7c52d478c" /><Relationship Type="http://schemas.openxmlformats.org/officeDocument/2006/relationships/slide" Target="/ppt/slides/slide14.xml" Id="R4582087859fe4f87" /><Relationship Type="http://schemas.openxmlformats.org/officeDocument/2006/relationships/slide" Target="/ppt/slides/slide15.xml" Id="R1008241e5a1c43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07f5b8d134e40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0fba4affa1443f" /><Relationship Type="http://schemas.openxmlformats.org/officeDocument/2006/relationships/notesMaster" Target="/ppt/notesMasters/notesMaster1.xml" Id="R5124d218bd184c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e97c4d66c440b7" /><Relationship Type="http://schemas.openxmlformats.org/officeDocument/2006/relationships/notesMaster" Target="/ppt/notesMasters/notesMaster1.xml" Id="Rcba490d7d79349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6db532e6d6425b" /><Relationship Type="http://schemas.openxmlformats.org/officeDocument/2006/relationships/notesMaster" Target="/ppt/notesMasters/notesMaster1.xml" Id="R9d3a54d4e1b840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69c7438f9e425e" /><Relationship Type="http://schemas.openxmlformats.org/officeDocument/2006/relationships/notesMaster" Target="/ppt/notesMasters/notesMaster1.xml" Id="R919fe9c4d4a949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430ffb7ccf480f" /><Relationship Type="http://schemas.openxmlformats.org/officeDocument/2006/relationships/notesMaster" Target="/ppt/notesMasters/notesMaster1.xml" Id="R2a9b79a6fb2045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77d90ad464533" /><Relationship Type="http://schemas.openxmlformats.org/officeDocument/2006/relationships/notesMaster" Target="/ppt/notesMasters/notesMaster1.xml" Id="R438df5ca1fac41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b44f8966054512" /><Relationship Type="http://schemas.openxmlformats.org/officeDocument/2006/relationships/notesMaster" Target="/ppt/notesMasters/notesMaster1.xml" Id="R2ce3a642d25d4e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f5651ebe4e4e55" /><Relationship Type="http://schemas.openxmlformats.org/officeDocument/2006/relationships/notesMaster" Target="/ppt/notesMasters/notesMaster1.xml" Id="Rc6cde06a997c41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a10f2f4bd142be" /><Relationship Type="http://schemas.openxmlformats.org/officeDocument/2006/relationships/notesMaster" Target="/ppt/notesMasters/notesMaster1.xml" Id="Rd0baa9ede58141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448e747dd34bd0" /><Relationship Type="http://schemas.openxmlformats.org/officeDocument/2006/relationships/notesMaster" Target="/ppt/notesMasters/notesMaster1.xml" Id="R35564513acef43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bb919923ad48de" /><Relationship Type="http://schemas.openxmlformats.org/officeDocument/2006/relationships/notesMaster" Target="/ppt/notesMasters/notesMaster1.xml" Id="Rab72360270c142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fa1ec60eb740ea" /><Relationship Type="http://schemas.openxmlformats.org/officeDocument/2006/relationships/notesMaster" Target="/ppt/notesMasters/notesMaster1.xml" Id="Rc9842683d48d4d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a4eb1b95844bdf" /><Relationship Type="http://schemas.openxmlformats.org/officeDocument/2006/relationships/notesMaster" Target="/ppt/notesMasters/notesMaster1.xml" Id="Raaf64ec634fa45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72806d3b7c4377" /><Relationship Type="http://schemas.openxmlformats.org/officeDocument/2006/relationships/notesMaster" Target="/ppt/notesMasters/notesMaster1.xml" Id="Re32ddd0ed173460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c4c9e4dfb24c29" /><Relationship Type="http://schemas.openxmlformats.org/officeDocument/2006/relationships/notesMaster" Target="/ppt/notesMasters/notesMaster1.xml" Id="Rad817a23210640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09da9b8327469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84995b1613b4915" /><Relationship Type="http://schemas.openxmlformats.org/officeDocument/2006/relationships/slideLayout" Target="/ppt/slideLayouts/slideLayout2.xml" Id="Ra84dcf1fe1c748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4dcf1fe1c748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97dbe4839f49f0" /><Relationship Type="http://schemas.openxmlformats.org/officeDocument/2006/relationships/notesSlide" Target="/ppt/notesSlides/notesSlide1.xml" Id="Rea995502e01649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85d8d035914848" /><Relationship Type="http://schemas.openxmlformats.org/officeDocument/2006/relationships/notesSlide" Target="/ppt/notesSlides/notesSlide2.xml" Id="R4a348cf6c68d4d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b60ced29244bbd" /><Relationship Type="http://schemas.openxmlformats.org/officeDocument/2006/relationships/notesSlide" Target="/ppt/notesSlides/notesSlide3.xml" Id="R7328d158a2b44f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004eecb11f4560" /><Relationship Type="http://schemas.openxmlformats.org/officeDocument/2006/relationships/image" Target="/ppt/media/image.png" Id="Rb0f4e3d1bd9f4116" /><Relationship Type="http://schemas.openxmlformats.org/officeDocument/2006/relationships/image" Target="/ppt/media/image.svg" Id="Rf200b2ee4d564b7d" /><Relationship Type="http://schemas.openxmlformats.org/officeDocument/2006/relationships/image" Target="/ppt/media/image2.png" Id="R29cfc8b36544466e" /><Relationship Type="http://schemas.openxmlformats.org/officeDocument/2006/relationships/image" Target="/ppt/media/image2.svg" Id="Rb270915d6b1b4195" /><Relationship Type="http://schemas.openxmlformats.org/officeDocument/2006/relationships/notesSlide" Target="/ppt/notesSlides/notesSlide4.xml" Id="R287fbb4e27f24f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c251cf5f36400b" /><Relationship Type="http://schemas.openxmlformats.org/officeDocument/2006/relationships/notesSlide" Target="/ppt/notesSlides/notesSlide5.xml" Id="Rb075a1b163ef4d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4a2ea1f5424916" /><Relationship Type="http://schemas.openxmlformats.org/officeDocument/2006/relationships/notesSlide" Target="/ppt/notesSlides/notesSlide6.xml" Id="R4d549606013b46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7a52feff4e4ebe" /><Relationship Type="http://schemas.openxmlformats.org/officeDocument/2006/relationships/notesSlide" Target="/ppt/notesSlides/notesSlide7.xml" Id="Rdfbb1835442145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029208289a4ba0" /><Relationship Type="http://schemas.openxmlformats.org/officeDocument/2006/relationships/notesSlide" Target="/ppt/notesSlides/notesSlide8.xml" Id="Rcc5305b6291e42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fdc70ccbb04859" /><Relationship Type="http://schemas.openxmlformats.org/officeDocument/2006/relationships/notesSlide" Target="/ppt/notesSlides/notesSlide9.xml" Id="R377fbd20e5d548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149ec57d3247e1" /><Relationship Type="http://schemas.openxmlformats.org/officeDocument/2006/relationships/notesSlide" Target="/ppt/notesSlides/notesSlide10.xml" Id="Rb3dd453d45594b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33f8ec97bd41ff" /><Relationship Type="http://schemas.openxmlformats.org/officeDocument/2006/relationships/image" Target="/ppt/media/image3.png" Id="R5bd1d2641eb54fb6" /><Relationship Type="http://schemas.openxmlformats.org/officeDocument/2006/relationships/notesSlide" Target="/ppt/notesSlides/notesSlide11.xml" Id="R5aaf227f1e234b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0cb8b397e747c7" /><Relationship Type="http://schemas.openxmlformats.org/officeDocument/2006/relationships/image" Target="/ppt/media/image4.png" Id="Rafdf9079a67847b2" /><Relationship Type="http://schemas.openxmlformats.org/officeDocument/2006/relationships/notesSlide" Target="/ppt/notesSlides/notesSlide12.xml" Id="Recc4012c60054e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2443d948614958" /><Relationship Type="http://schemas.openxmlformats.org/officeDocument/2006/relationships/notesSlide" Target="/ppt/notesSlides/notesSlide13.xml" Id="R1c76b8f374fa4b8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0e4b4cec24744" /><Relationship Type="http://schemas.openxmlformats.org/officeDocument/2006/relationships/notesSlide" Target="/ppt/notesSlides/notesSlide14.xml" Id="R3516ffe5a7fd48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80023e9b6249bf" /><Relationship Type="http://schemas.openxmlformats.org/officeDocument/2006/relationships/notesSlide" Target="/ppt/notesSlides/notesSlide15.xml" Id="Rcc25cf95aa3249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838852-8A0A-48DD-BD6C-BAD3288F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951AC-D293-4CCD-B76A-57E6F382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2A874-144F-497C-A3D0-4A21089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4A97-CB99-422A-990F-794F8D6E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132A0-4F07-4084-AA3D-C162A125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204A6-BCD8-4901-87E8-5652CF17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BC788-7383-46D1-A918-49FC24EF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A2441-6F2E-470C-B808-4E85D771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09860-B5C2-4DE2-8628-FB8D761A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D8F22-96DF-467A-9001-71C54E09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A09E2-F4BC-4D66-BF61-8CE24695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7E5A1-D9EF-4A9E-86E0-07088941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E784F-BA5B-4AB1-A210-6F070457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69648A-CA06-48FA-8072-25C47FCA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2EDD8-3101-4A51-B995-43025B4E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2559-FF38-4102-9F01-F73DAED9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F8246-3749-4480-AF62-143C3CF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ECEEA-B644-4FA4-B97E-BB61F354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C741B6-9208-409F-82FE-9E0A12F4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D0B23E-955B-4327-AEA7-1EC2CC40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01DEFE-87B4-406C-8F76-799A4E50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6B6E14-AB01-4130-845C-7BD1F950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6F603C-F2D9-4F04-BE8C-42D3C432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7CF16-9D70-4E1C-8914-D21642DF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14450"/>
            <a:ext cx="685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CLUSTER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DFDE1E-0BEE-4A47-B9B1-A67FBCCB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228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56B479-9B3A-45A6-B916-7F1BC3BC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2415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한 장으로 인생을 기록하다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86A544-16BE-4925-8C03-0F4BCE59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발표자명 / 소속 / 2026.05.19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DFAFC-5FAF-4DC6-B39F-25D9CF9C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14450"/>
            <a:ext cx="14288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D217FB-3D3D-410C-9C70-47A0C915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3716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ACADEMIC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9702670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B0ADDD-A410-423B-9E04-F28997AB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0CAFF-A928-493F-AC3E-E9182575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35E18-7DF7-46D9-BC10-CFE84C23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2BDCE-B795-42D1-AF79-035A5B62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15118-81B6-4595-8874-B63EEF92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7DF40-EF4A-4E8C-822C-1F44FA84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E4F6D-E384-489C-980A-5AC49E91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64B191-36C8-4F1B-A5B6-E2A8FF0F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D4E85-C5ED-4C5E-99CB-304B66CD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EFAFF-A18B-40CF-8C96-E0C03EDD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5378B-8804-4E61-8523-E76A78E2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0D7CF3-7E83-472C-9CB8-58F89D3F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18829-FDC0-48EB-BB7E-E5C11D9D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7091E-B4FC-4A21-AF54-C9F4C99E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FAB6F-EEE8-4AF5-81C7-C46CCEEA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A9689-CA8C-48AF-951A-B6BB1B7E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ED5F1-368D-497B-9641-64DE2787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212F5-FF2F-4322-B9A2-6A46087E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CA4417-A175-4EFE-A28F-D2084F43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17209D-5CBE-465E-B5D0-2AFB4F0C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05D73-7E4F-4158-8F49-FE3C894C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3A8712-32D1-44F3-B091-EA5133D6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4BDC6-BEA6-4C65-AAC7-EA6DC915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D11A1E-D179-4914-B790-C7C63389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PROBLEM SIGNAL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2A5052-A7C5-44C8-A5B4-3CEEA11D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사진은 폭증했지만, 기억은 구조화되지 않는다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8F62C5-3CD0-449B-992C-22063799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8224D1-49F7-41A6-A3AA-7B97C3A5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5F9AC9-2768-42CF-BFA8-489DF256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954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629B5D-0ECE-4258-8B20-7971BE42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943100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97.4%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517C4B-DF2B-4D37-ADCB-E97CD16E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24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스마트폰 보급률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1FE99A-F613-4298-BF35-1E22F821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05150"/>
            <a:ext cx="2428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기억을 남기는 장치가 일상화됨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4B983B-FFAE-4BD7-B195-AE71BFFB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2000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84D30F-0673-45CC-958D-9F6C56E1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1428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4399A3-BD19-4836-8CAE-45EAD068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954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7685F8-22B9-47D3-87AD-B733D6FC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43100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1.7조+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5A3F30-0C95-4056-BF82-689617F9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연간 사진 촬영 규모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5F99AD-97DF-4B9B-903B-32385368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05150"/>
            <a:ext cx="2428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개인의 기록량은 계속 증가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C178CC-D2D8-4ABB-884B-43263FD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14750"/>
            <a:ext cx="2000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570AD0-FA53-4E5D-91C6-C76FB0EA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14750"/>
            <a:ext cx="17621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1E105C-9BF5-4043-8A13-CB10B89F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954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CBC97F-ED43-4A1A-9941-24CE33EB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943100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수천 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5C0D51-4B8D-492F-8C0F-B564A202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24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개인 갤러리 누적량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E0046D-BE80-432D-9204-369DF3C2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05150"/>
            <a:ext cx="2428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탐색 비용과 피로도가 함께 증가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9436E7-196B-410A-BF69-3B424290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2000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73C5F0-5769-496E-9859-9B6E7D58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C2D78F-9FB6-4F92-8D16-2F87F6AC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768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우리는 역사상 가장 많은 사진을 찍는 세대입니다.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848981B-1DD0-4B60-962D-BD23B5EA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90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그런데 그 사진들이 실제로 삶을 기록하고 있나요?</a:t>
            </a:r>
          </a:p>
        </p:txBody>
      </p:sp>
    </p:spTree>
    <p:extLst>
      <p:ext uri="{BB962C8B-B14F-4D97-AF65-F5344CB8AC3E}">
        <p14:creationId xmlns:p14="http://schemas.microsoft.com/office/powerpoint/2010/main" val="10970601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1E2B97-B96F-40FF-86F1-B71F7B95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6F028-F129-41E7-899D-F32F47DF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3C8AD-8769-472A-9C07-41D24E42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A1DB7-B133-40FE-9CB8-22F3ED4A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51311-6176-4DE0-8565-103E9D2F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63F89-A7DD-41BB-BB54-DC0DDC3F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DC0ED-CF09-44B6-99CA-42FF0518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55905-C297-47A4-BEA0-9310647D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4AD26-2501-4E69-86E9-4947AC8C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4DAAC7-76DF-4ED3-BDFD-0BCBB3B1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43870-282B-49EC-A038-A2EA1AAF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8D99C7-2FCD-4CE6-9EB7-CE965FEF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BA88C-9418-46AE-A079-0CA4F81A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23BAD-2E45-4E07-AB26-9C3B332E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CE615-B11E-4871-812D-025CF84A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4C355-D078-4A12-8477-E0E31EC0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AEEDC3-FD8B-42BC-9C32-635C0569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5AF048-3F12-4167-8E55-C37F569C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E1ED7-7E15-44DC-9E5B-56D82045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3FC908-97D0-4486-9D8E-21A57CDE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E1E3-42C3-43A7-8FBF-9630B6FC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A6D998-0814-4851-A333-6B264FBB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04B09-E1D4-43A4-A072-0DCC6AE5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56B084-7C32-49CB-B688-580CAEB6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MEMORY OVERLOAD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5D1D9-3409-49E3-ACD4-2A43A6A4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사진은 있지만, 원하는 기억은 찾기 어렵다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DA418-23FF-4042-8EF8-283C8BDE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F72F8A-D72D-4B19-921F-F9A2926E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D6BC53-25C1-4B36-8035-6D1648EB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02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CA0757-E693-4046-9729-B2507069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76400"/>
            <a:ext cx="952500" cy="5143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4C2004-759D-4B63-A99C-C0E2077D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28850"/>
            <a:ext cx="914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2009.04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823A40-A333-4F66-9558-9EAC70B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352550"/>
            <a:ext cx="857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3D94C1-13A1-492F-8AF3-669A00E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704850" cy="381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8418ED-E6B7-414E-810B-34D880A2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47850"/>
            <a:ext cx="66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2014.11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6BF649-A457-4C90-A0A3-891CE777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200150"/>
            <a:ext cx="1162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62E8C9-52B9-4DCF-A8B1-3A6A993B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276350"/>
            <a:ext cx="1009650" cy="4381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00790A-2B81-43FD-8B8D-25D4EC15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752600"/>
            <a:ext cx="971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2018.05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71D6B9-5A7D-4CD1-820C-CC5EF213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200150"/>
            <a:ext cx="1028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903C5C-5E3C-42BE-80F4-9CFE045C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76350"/>
            <a:ext cx="876300" cy="4381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BB3AD3-011A-4F58-8EBA-24D28C7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52600"/>
            <a:ext cx="838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2020.07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0E9476-5408-428D-9B41-617B9BD2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00150"/>
            <a:ext cx="1219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97D29D-7996-47C7-B6BA-01A7DCC8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276350"/>
            <a:ext cx="1066800" cy="476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CFEECC-69F4-4023-B2FE-DB589FD8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9070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2023.09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8B6E2D-817E-40A2-B587-1884A600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571625"/>
            <a:ext cx="895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F309F3-9ED5-4AAE-BA1B-EBE9F765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647825"/>
            <a:ext cx="742950" cy="381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5C4513-0DBE-4D20-98A4-5093A081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66925"/>
            <a:ext cx="704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2024.01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20DE0D-41D1-4BC3-9A0B-1675A6B8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19600"/>
            <a:ext cx="95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E0DA7E-A7B0-4422-BF25-64BDEB5F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95800"/>
            <a:ext cx="800100" cy="4381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38636E-C98D-4A50-8D75-3DE1454B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72050"/>
            <a:ext cx="76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2011.08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F68A0D-5918-4F9C-BC2D-13FCF47B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838700"/>
            <a:ext cx="1162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49A395-4C4E-4C25-BFD2-48618E9B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914900"/>
            <a:ext cx="1009650" cy="552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CAAB90-A68C-43AB-99A7-076C0E26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05450"/>
            <a:ext cx="971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2017.03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9694994-C53B-4DF4-B453-CD67BB8B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10100"/>
            <a:ext cx="933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2F152D6-1D81-4C19-B64F-E4CA67BD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86300"/>
            <a:ext cx="781050" cy="419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1D3035D-A00E-4045-BB8D-0771B704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43500"/>
            <a:ext cx="742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2021.12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394BAE-299B-4E21-AF6B-6E84844B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686300"/>
            <a:ext cx="1104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A87547B-2508-45E5-91BC-8D74B650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762500"/>
            <a:ext cx="952500" cy="5143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567CF2-EA01-430B-8ED1-F39BC1DC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314950"/>
            <a:ext cx="914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2,438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10C61A0-CB98-445F-BFF7-D0CAF74E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14850"/>
            <a:ext cx="1219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1CB6BB0-D3DC-46B9-866B-FA300485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91050"/>
            <a:ext cx="1066800" cy="571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66005A5-D03C-45BD-86FA-110C76DC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00650"/>
            <a:ext cx="1028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2022.06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110F5E2-3737-4300-8C8D-91AD087E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810125"/>
            <a:ext cx="838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0C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2EB9B5-61F6-407D-A60F-71F6D53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4886325"/>
            <a:ext cx="685800" cy="3238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EDEBE7"/>
              </a:gs>
              <a:gs pos="100000">
                <a:srgbClr val="D8D6D0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B53A6E-AA11-4D24-9E20-4038EF1C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5248275"/>
            <a:ext cx="647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2016.02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78B58E2-72DC-4277-8AE3-EDCD3777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95600"/>
            <a:ext cx="862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E21BA8-BCFC-45F3-B5B3-E609C4D4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38350"/>
            <a:ext cx="6515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C309977-EEF1-46F7-9772-1021D9B1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43150"/>
            <a:ext cx="575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10년 전?    5년 전?    1년 전?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2D95025-C695-45FC-93CF-18D17E90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43250"/>
            <a:ext cx="5753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여러분은 작년 이맘때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6713474-D3F7-42FD-9631-0A63642E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14750"/>
            <a:ext cx="5753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누구와 어디 있었나요?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582110-1917-46DF-8978-3C39302D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29125"/>
            <a:ext cx="575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사진의 양은 충분하지만, 맥락의 색인은 부족합니다.</a:t>
            </a:r>
          </a:p>
        </p:txBody>
      </p:sp>
    </p:spTree>
    <p:extLst>
      <p:ext uri="{BB962C8B-B14F-4D97-AF65-F5344CB8AC3E}">
        <p14:creationId xmlns:p14="http://schemas.microsoft.com/office/powerpoint/2010/main" val="8421213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30E3CE-C3F2-4ADC-BC47-01E0B305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19F7C-7795-4BAF-9858-E39AA4CA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D5D146-112D-49B1-8719-43E9ED55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C0D4D-F2DE-4F05-8448-ACBD0891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66FC2-4AC3-4731-8BC2-DB1A5A7B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74BF4-846B-4C76-82DB-F2A6577F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D8DDD-2EFB-40E1-AC4F-748E41CC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7A32E-2FBD-47E8-B036-94DA40F8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3D54C-3F89-4B6C-9072-F5793B7E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8AB18-7880-498D-9916-551E0A12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2B740-1120-4BA1-A80A-181E30B7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82758-8377-460C-8C59-F6A7CA1B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10950-F5F3-45E9-BB88-6266FD1F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3E4FD-FE5D-4187-AE61-8256C415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FABE0-5F22-4DE1-A6BF-F66A410B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11FAC0-0306-48DB-9DE1-8D6FB12B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DDFB8B-92DC-4C4A-9151-7A4D299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3699CB-656F-46F3-9BF0-8823F706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D782DA-2DE2-4463-A69B-520965B2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DFE83-2029-416A-8924-74959F1D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BF57D-49A5-4E73-BB0F-5C00EA41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AC9158-17EE-4D9F-8DC1-C88E1EA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AD8C6C-C4C2-4402-8DC5-381F0107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C31A6E-80EB-410B-BCC4-5B27D1CA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CURRENT GAP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2347FF-F636-456A-A6D1-CD56CD92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갤러리와 캘린더는 같은 기억으로 연결되지 않는다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E1BFB0-A9EA-46CD-9017-6858086C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C87DF7-7D67-4D84-9412-B1C7635A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20A7A6-F3B6-4DBC-972D-364D51C9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000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E5A712-3162-4B81-999E-0A023B93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428750"/>
            <a:ext cx="30099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8145EF-FBBE-4160-9A64-71620B4D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19250"/>
            <a:ext cx="3000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4e3d1bd9f4116">
            <a:extLst>
              <a:ext uri="{96DAC541-7B7A-43D3-8B79-37D633B846F1}">
                <asvg:svgBlip xmlns:asvg="http://schemas.microsoft.com/office/drawing/2016/SVG/main" r:embed="Rf200b2ee4d564b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4900" y="19050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fc8b36544466e">
            <a:extLst>
              <a:ext uri="{96DAC541-7B7A-43D3-8B79-37D633B846F1}">
                <asvg:svgBlip xmlns:asvg="http://schemas.microsoft.com/office/drawing/2016/SVG/main" r:embed="Rb270915d6b1b41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72525" y="1905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41C401-9470-47C4-9B2E-FE1C3B42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05000"/>
            <a:ext cx="17621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갤러리 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B0839A-C153-4AC1-B6FE-8808ADA6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05000"/>
            <a:ext cx="17621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캘린더 앱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00CE04-B446-4EA6-AF19-77145C84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보유 데이터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005394-8358-4F6A-9982-CFB5E4E1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파일</a:t>
            </a:r>
          </a:p>
          <a:p xmlns:a="http://schemas.openxmlformats.org/drawingml/2006/main">
            <a:pPr algn="l">
              <a:def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촬영 날짜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942F4F-B276-4C91-A59A-8B57104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누락 맥락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91C076-52C4-4F84-87C1-7F6634E7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누구와 있었는지</a:t>
            </a:r>
          </a:p>
          <a:p xmlns:a="http://schemas.openxmlformats.org/drawingml/2006/main">
            <a:pPr algn="l">
              <a:def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그 장소가 어떤 활동인지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55C828-1D14-4B57-8550-35D4AE29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962150"/>
            <a:ext cx="2400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연결되지 않는 이유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27965A-AA14-457E-B2BE-ED46B1DE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193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5D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6F1F29-44ED-4CA1-BB22-CB4E0A04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공통 키는 날짜뿐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FA1A09-F0ED-4FFF-AA34-BD91AE40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718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5D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1E7BF7-6BE9-439F-AA05-D83ED7A6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575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관계 데이터 없음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78EC5D-9BD8-460C-8B8E-6EAF17E3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242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5D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EF44B37-D6A4-4039-B4E2-83C24DE6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1000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장소 증거 없음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31E29A-37DD-4DAC-A2CE-81170CC8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767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5D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05911E-9C92-4481-BCA5-CCDDC08D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624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실제 발생 여부 불명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1070D4-BBFC-49D4-B6B0-5D33BB5B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448050"/>
            <a:ext cx="80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C558C2-77F4-46D1-B054-0E84B844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48050"/>
            <a:ext cx="80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71E8EF-CC17-44E0-9F3F-0E80BE05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6860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보유 데이터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F43FD1-2D5D-4779-813B-A8D1FA73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9718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일정 제목</a:t>
            </a:r>
          </a:p>
          <a:p xmlns:a="http://schemas.openxmlformats.org/drawingml/2006/main">
            <a:pPr algn="l">
              <a:def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계획 날짜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70818D-7950-456A-BA59-34C03540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0386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증명 불가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4E1F01-9BAE-41C2-9889-02F62223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3243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실제로 일어났는지</a:t>
            </a:r>
          </a:p>
          <a:p xmlns:a="http://schemas.openxmlformats.org/drawingml/2006/main">
            <a:pPr algn="l">
              <a:def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누구와 어디였는지</a:t>
            </a:r>
          </a:p>
        </p:txBody>
      </p:sp>
    </p:spTree>
    <p:extLst>
      <p:ext uri="{BB962C8B-B14F-4D97-AF65-F5344CB8AC3E}">
        <p14:creationId xmlns:p14="http://schemas.microsoft.com/office/powerpoint/2010/main" val="6963649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0AD9A8-5F0A-4AF5-8353-05011237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97E17D-3009-4DE6-899D-E16FB148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1A774-7D08-4755-A73F-F4923C38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CDBB8-7101-473D-9756-BDF72CE9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525D1-A9E1-4B01-9769-9CC31D4D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66C4C-17FD-4E89-BFFF-8FB40DE6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E47D1-7199-4722-BBCB-C469D5A0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3EF2D-E1A2-4810-8CDC-AA68F1AC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BABE5-CA6E-4D13-AE6A-8B54C947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C3043-FE63-478D-85B8-796A55B7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F4E78-2BE1-4D25-8B1A-605B32C0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5AB00-33C3-4178-A8D0-DA1C3833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16BFC-7E78-4FD2-A0ED-4A181FB6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1D345-93FF-413A-B4AD-E55BB142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6580D-664F-4E22-91A2-8BF2013D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58A5D-4DEB-4CDA-8C4F-31561057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AFF3B-5AE4-4530-984D-97862D87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1C81D7-C130-41C1-B358-DA338838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B64327-A91A-4AE2-9947-605EEA5F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9DE527-27B3-4509-9984-A3E1700B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70D83F-1630-4F1A-98AE-C3A00F15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555183-5D4A-4041-88F0-FE48BC63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78B7BF-74C5-4B5A-8DA2-BC919324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C10C95-3169-41A4-A92C-75DBEC4B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CLUSTER PROPOSAL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08F534-091E-4646-8B0C-1B39812B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한 장을 관계·장소·시간의 기록 자산으로 전환한다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E57CA8-74E2-425B-9953-414849DB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7FAF74-022B-478F-A820-16F2344F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54C9C4-8B47-4B8C-B16B-36ECA562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4876F0-5A3E-4EAE-9ADA-199ECFFE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962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CLUSTER는 사진 한 장으로 인간관계와 장소 방문 이력을 자동 구조화하는 인생 인프라입니다.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571501-CF36-4764-B75B-71914843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480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0482DD-E100-4D32-961F-075F2D0D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813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PHOTO  →  EXIF · GPS · TIME · FACE  →  PEOPLE · PLACE · CALENDAR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D993FD-03E5-4F17-98FE-2B3FED8E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3048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3EE16A-DBA7-455A-BE0A-2E1D0F61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인생 인프라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CA75DB-C284-486F-A983-740F789C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577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휘발되는 기억을 체계적 자산으로 전환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E77BC9-E31A-48A1-94BE-53D72FFB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048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11E5C6-9E69-4DA9-853B-A591AD95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5770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기록의 진실성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52F508-83B0-4CF5-A760-F81024E5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577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사진·GPS·촬영 시간이 일치할 때만 기록 인정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7E081B-DEB7-4B20-9798-6D219489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91000"/>
            <a:ext cx="3048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CDC3C9-2149-46F3-A382-94B75C7A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자아 집중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2C6F2C-0F46-4597-A8CD-C639EBF6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577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내가 에너지를 쓰는 관계와 장소를 데이터로 시각화</a:t>
            </a:r>
          </a:p>
        </p:txBody>
      </p:sp>
    </p:spTree>
    <p:extLst>
      <p:ext uri="{BB962C8B-B14F-4D97-AF65-F5344CB8AC3E}">
        <p14:creationId xmlns:p14="http://schemas.microsoft.com/office/powerpoint/2010/main" val="6258750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70737-B6D6-4BB7-9CF6-98CC2478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DFD8-628F-43BF-8E0E-F15C7C11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EDB32-002A-4260-972B-7C6DFF61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06C2A-0490-413D-90CF-1AF98759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D7D96-B6E9-4467-9C52-5CF52B49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9458C-89C2-4383-8593-502389ED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C139D-04DA-415D-AFC2-DB974B0A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0F44D-F14C-4CA9-9786-A3146555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A7E8A-1C27-4786-9BBC-F55FF44E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27069-98B2-4BC5-B860-131C3981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CB916-70F1-4F5B-A675-3A7B93B6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05228-5053-4DB4-9890-87833A45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94412-459D-4CA7-9348-F27E7A32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0D628-D593-4FBA-81E0-BAD59142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8AB9F-E9CF-4CD1-A5D0-2FC6209D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20163F-E8AF-4C6B-8D03-B6DF4B55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B101A-32A5-40AA-B146-20B61B7C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38A6A-317B-4111-B56F-9B30C1E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AFFA4D-0BA6-4F88-8AB7-318D9012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F25D2-6784-4431-A258-288B8B22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DD6223-F5BA-4185-97BC-2A25A8E7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04C24E-7907-4338-AD39-BAE3D409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0F4E2-7448-4499-886D-FA89EEF9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022D56-A8CB-4A0E-B5AA-5E6FF335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SYSTEM ARCHITECTURE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FA1619-37FA-4BBA-8526-C06CBE8E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5개 레이어가 사진 1장을 활동 기록으로 변환한다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5AF31-9039-41A6-9B9A-327A0A89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3C6C73-BD80-4674-AD30-AAD1A382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1E25E6-4F2A-4C35-933B-3116A26D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57375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AFFC00-ECDD-4886-99DF-6858C65E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28875"/>
            <a:ext cx="14668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사용자 브라우저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FA7EA4-E8D0-4411-B943-64B3F63E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33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사진 업로드</a:t>
            </a:r>
          </a:p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FD572F-C26B-4A78-9C15-5C8F62DB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8956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048931-4A32-49E8-B59D-56399F9A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57375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65077C-C29E-44E5-8F62-E3837A03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428875"/>
            <a:ext cx="14668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Vercel Frontend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73C27-1AD8-4A01-9CAA-D2D72A62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105150"/>
            <a:ext cx="133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React UI</a:t>
            </a:r>
          </a:p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사용자 확인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0D91B9-D83D-402F-A63D-61292052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956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767B79-795C-46D8-B3CE-67BDD769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AD095C-58D6-43DE-81E3-515A20FF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428875"/>
            <a:ext cx="14668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Railway Backend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68D86D-1028-4C0B-82EE-952FA4B6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05150"/>
            <a:ext cx="133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rPr>
              <a:t>EXIF·매칭</a:t>
            </a:r>
          </a:p>
          <a:p xmlns:a="http://schemas.openxmlformats.org/drawingml/2006/main">
            <a:pPr algn="ctr">
              <a:defRPr sz="1200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rPr>
              <a:t>상태 전환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6543C5-E48B-4BBE-B873-2917415C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8956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5C5C6E-F03E-46BC-8FB1-4D00CC09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57375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F59638-8B66-4E5C-8974-FE5A72F2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28875"/>
            <a:ext cx="14668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Data · AI Layer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071DCE-BF72-4704-B7D5-2A7929E5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05150"/>
            <a:ext cx="133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DB</a:t>
            </a:r>
          </a:p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Face Embedding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A2C575-4A31-4318-99F4-F8F091A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956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6BF168-58DF-4C8E-B148-7C2A6CD0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857375"/>
            <a:ext cx="1809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62B963-82B8-4C94-8C2F-0FB14FDA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28875"/>
            <a:ext cx="14668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External API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9E7966-B66E-48DF-8449-EFE44D56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05150"/>
            <a:ext cx="133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Map/Auth</a:t>
            </a:r>
          </a:p>
          <a:p xmlns:a="http://schemas.openxmlformats.org/drawingml/2006/main">
            <a:pPr algn="ctr">
              <a:def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Swagger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C5F8A6-8B11-4045-9145-6D12F0D1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57750"/>
            <a:ext cx="971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87DE45-D373-4DD2-A216-0312EBF0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067300"/>
            <a:ext cx="904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업로드 → GPS·촬영 시간 추출 → 얼굴 임베딩 식별 → ActivityLog 자동 생성</a:t>
            </a:r>
          </a:p>
        </p:txBody>
      </p:sp>
    </p:spTree>
    <p:extLst>
      <p:ext uri="{BB962C8B-B14F-4D97-AF65-F5344CB8AC3E}">
        <p14:creationId xmlns:p14="http://schemas.microsoft.com/office/powerpoint/2010/main" val="56269013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36C689-619E-4A91-B96E-C05B7FF6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4E3CC-DEDF-43C8-96B4-2D71DC4A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6B798-055C-4E3F-92B4-17898F68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59EE6-811C-4D27-A89B-E6781AE1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785E4-7E21-42B9-88B0-405A3870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DC4EF-BC98-4FD6-8811-084A4E7E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87F0D-CB61-416A-855C-B2E177A1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49EE9-9043-48E5-B187-C0BF8444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6988B-D0C0-40A6-97FB-9E4ABC22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04C22-6ED4-47B4-99BF-57C778F9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AC1B5-3F2A-4DED-9085-B424B4F1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40B10A-CF33-4F8A-B3F0-9607B384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61342-8726-412E-AD42-9D50751E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C0881-7E1D-457A-9B7B-5F9B8BB8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FF24F-E5DE-45B2-8998-F89FBA0D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FD09A-F145-47A9-92A4-8862A769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54F5C-52FC-4F3C-944C-F7E46018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4226FE-DFCF-4403-B139-3FB2DFEE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2E53B-5966-4E16-9C46-00DF9C50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96F683-F9DB-40FD-A357-5535D695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E4E38A-40D3-4048-92A1-7033A475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0705C7-3DC3-470B-B62A-F91B4FFD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22357-AF86-4363-8713-A42F5781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AA17F9-3B8E-4B29-942D-DCCDD2FF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CORE PIPELINE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7E1113-534F-4A10-8B49-9B46F043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1장이 기록이 되는 6단계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CEE39A-B31D-4111-9FB8-B28F6FC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146CE4-3607-45E8-99CE-3F3AA97F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DB9EF-DB12-46C6-A028-BF3737FE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90A7AD-72D4-4BAE-9B15-D40875CD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741A5D-61B2-45B9-862E-DF4CEC4B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866900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EXIF 추출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78E54C-D0B4-4A2D-B82A-646BD2E5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362200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GPS·촬영 날짜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84A9B6-2CB8-4AB9-81FF-135141EE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383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265C3A-E953-4302-AB42-4967BC84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04950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0C3E77-ADD9-4C2E-98A5-074FA4BA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ECDDFC-D1D7-4195-ABAE-00AE4BDB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66900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인물 임베딩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6F708D-3702-48EF-A1D2-B97D07EF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62200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등록 인물 일괄 전송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7D008E-412A-486D-922A-E0082E22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383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01A2B8-9E59-466C-BB2F-8BFE46B3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04950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60E26-2075-4DA8-8258-DFD7D4FD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21611D-5536-4929-B284-888786AF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66900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AI 분류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319EE8-1DBC-44B2-B666-A5DA46D4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self / matched / unmatched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B1649D-C04B-45F5-A944-02F4C3F4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7BBBA6-A88E-4B04-85B9-3B8FE9C4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5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073AF0E-D90B-434E-8120-1AF3A51D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19525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공간 클러스터링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8A2CD6-274B-42DF-BCB8-F758F7D0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14825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같은 날짜·200m 이내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21F3EF-292A-4D59-9057-651BDB85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7789DD-6DF8-4C3E-8B9D-B223B758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57575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8851BD-2242-4898-93AC-D6BCA83D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62375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C75452-D1B2-4A9D-A181-5A6AF10C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19525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일정 매칭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652B42D-6AB5-48C1-9545-7E36924A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14825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exact / date_only / none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FE4FB8-8974-4FFB-8500-9AAD6686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910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4E02F4-1B41-46DA-B7E4-3E0B1870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57575"/>
            <a:ext cx="33528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DC7912-8441-44C4-8CE3-C0CE3CA3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62375"/>
            <a:ext cx="723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0603F89-C11F-4F1C-8DB2-184F8962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9525"/>
            <a:ext cx="1952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사용자 확정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DEFA7D-8A41-411D-8451-F2B97B35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14825"/>
            <a:ext cx="1952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확인 후에만 DB 저장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682390-35D6-4884-A3B8-8A38E1F3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1500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0B8EB2-4E3C-4BDD-A7C5-A86D2DFB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사용자가 한 일은 사진 업로드 하나</a:t>
            </a:r>
          </a:p>
        </p:txBody>
      </p:sp>
    </p:spTree>
    <p:extLst>
      <p:ext uri="{BB962C8B-B14F-4D97-AF65-F5344CB8AC3E}">
        <p14:creationId xmlns:p14="http://schemas.microsoft.com/office/powerpoint/2010/main" val="475292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3414A5-97E3-4404-B4B8-966F4E3B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D6E8C-B39F-485C-AEC2-E3CDC7E8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6AA3F-8201-449B-A275-31181339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6C080-7665-4555-97EA-13B8B35A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D36F4-5EB2-420F-9EE2-64821A5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E03FF-9976-4E95-A989-C9CFE7C6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1C6AF-4A08-446E-B1AC-354D168E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E61AE-A6DA-44B6-9E5E-A7ED5E7B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D20D24-F0B4-4FE4-BD0F-CDCD235D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A7D408-3768-4854-B633-3B5E1FCF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0F6D3-55E5-4932-8B15-48A57E0D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3CE60-B1CA-4ACA-BEBD-9FCB6DC6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C7D96-353C-47AD-9184-D7F5BDF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19701-5090-43E9-A6AA-87002F9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3D26D-C3EE-49CF-9AF2-9172B11F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E2E0C2-B6DF-4508-9951-EC7AF2ED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FCA85-31B2-4130-86BC-E2E40334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52DF45-52F4-4933-98E5-BA9CE461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81046E-7042-447B-89B8-D7EF55BF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E8F9F-2E79-4FBD-A148-65B3CCB5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564F99-7054-49D5-85D3-82B9610E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810AA-CB19-4DEC-AEBD-9870BD99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F97472-C9BF-4031-B0CA-3310EF84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F1438B-5763-43C0-9AA6-EA454C2E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DESIGN DECISIONS 01-02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8C5410-5165-4AF9-9A88-44B04377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기록의 진실성을 어떻게 코드로 구현했나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4E07D-530C-412E-9B3A-EFC119B5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26128A-5B59-4B6B-860E-8F6D355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10D426-E06E-4109-B626-0D633192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04925"/>
            <a:ext cx="990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이 기록이 진짜인가?  기준은 사용자가 아니라 시스템이 먼저 잡는다.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19E796-D570-4036-83B1-DED936C6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B0F136-3BCC-45FE-960A-9C6F6284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7239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97842A-B038-442C-84AC-541A5503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43125"/>
            <a:ext cx="495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8AD4E1-BAD3-43F5-9ABD-4D1118E9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62175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Haversine 클러스터링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2AB4F0-CF7D-4F32-8220-3CEFBF0D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47950"/>
            <a:ext cx="3619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BD17DE-9975-47EB-A983-D636B17B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384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기획 의도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36C8CA-3553-4F98-A5F4-4E611921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337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BD1F49-D9B9-4099-8A34-D9EA81A6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194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같은 장소에서 여러 장을 찍어도 방문은 한 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FA0F29-FA8A-460A-AED9-8FD4ED8C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242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구현 방식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156975-BA1A-43E2-921F-28895C03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3E5547-B11E-4B9C-8643-A73D550C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052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구면 기하학 거리 + 같은 날짜 + 200m 이내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91FA2C-FCDD-4677-99BA-23CEE7D3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100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FCA032-63D9-45DD-9148-A857D382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053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8DC1CB-BCF9-4CA6-BB8B-616C1A94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910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동일 방문의 중복 기록 방지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673B15-3D6E-4D90-AB19-26258C59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57375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5E9B0B-235F-4821-A2BE-5892A402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57375"/>
            <a:ext cx="7239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962AF7C-D74E-408B-AA74-3B7BADA4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43125"/>
            <a:ext cx="495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DE5C1D-5762-4712-BEE4-07C69187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62175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3단계 매칭 우선순위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3A95A8-3A0C-4FF6-8550-9FC8C29C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47950"/>
            <a:ext cx="3619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ED1FB9C-5902-4721-BDFD-6A8EBA95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384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기획 의도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FBE3B2-6B44-48F8-A29B-CA00F9E4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337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85ED5D-8AD7-45FD-8A31-3679AA34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194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계획 일정인지 즉흥 방문인지 서버가 판단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CBB5FC2-BD21-4A62-BEBD-0ADF90E7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242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구현 방식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0A24F9-0B3B-4577-A9BB-CAB518A9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95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DA3E95-9921-43A8-B7BB-7D2AE26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052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exact → date_only → none 순서 판정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AD41A4-3DA5-439E-988F-1229E97B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100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7B6535-7A84-4C9A-B545-B01D9A6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053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0516486-EFE6-44F2-BB68-7FB4ACC9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910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사용자 개입은 마지막에만 요청</a:t>
            </a:r>
          </a:p>
        </p:txBody>
      </p:sp>
    </p:spTree>
    <p:extLst>
      <p:ext uri="{BB962C8B-B14F-4D97-AF65-F5344CB8AC3E}">
        <p14:creationId xmlns:p14="http://schemas.microsoft.com/office/powerpoint/2010/main" val="159666072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03A890-64C6-4543-9706-4A9B1E36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A325B-3B3B-4139-8E32-3AC01FA3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27B9A-56AF-4CB1-9E57-3AD28ABA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C07F7-CE9A-44C7-B749-8BF231CD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7D9D5E-5541-4201-821F-D8D4392D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08B5F-C1B1-4163-B5A8-2F616543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AA26A-0158-4E36-A225-812DE804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0DE5D-AD04-4950-94D2-2A09C95B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E186C-695B-411C-95A5-C52F39EF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D21FA-0C36-4223-83B7-7AFA06CE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CA09B-4AFF-43AC-A814-C210FDAF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16DEF1-8A20-4F13-879F-B919A55A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571ED0-D48A-4BCE-A491-65069B81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3F6EA-811E-4438-8B9B-0FCE19D3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255A91-BA92-4D2A-B802-126FD651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3ACA28-2406-4B02-A83C-E1CE1DB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FE162C-2EBA-4EF0-831E-E0E4D061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9E6762-DFF8-4740-A038-91601952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A45E6-99B1-4F4C-BD8D-6A5F35DA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8EDD4-A798-4F17-854B-0B175905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ACDC84-3FF6-4438-84D7-159043B9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3E67F-EC83-488B-9544-9A15565A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938C9-8EA5-41F7-8D43-810C5BA4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36D11-C4F3-4AAD-9EA7-8C5C0AA7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DESIGN DECISIONS 03-04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0C2F21-F57E-4381-9690-95234952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자동화가 기록을 왜곡하지 않도록 막는 장치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1236-9067-4304-BBF1-7D331780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2E0F51-01BC-46BE-8BDD-1E4548A7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E05BDA-EAF0-468F-8E10-D96AB167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04925"/>
            <a:ext cx="990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기록은 수정되는 것이 아니라 쌓이는 것이어야 한다.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B81CCF-FACB-492B-9E96-6312C582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9E26FD-32FA-462E-A2E0-09FDBA7C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7239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21C82-CFFB-497C-A829-40FFF90F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43125"/>
            <a:ext cx="495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4F472B-38E5-4B23-99BE-4738B46F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62175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단방향 State Machine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128B91-4051-4213-B193-E55DD472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47950"/>
            <a:ext cx="3619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13F2C4-60D3-44AB-93AF-860EF863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384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기획 의도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1D2882-8A73-4C44-804B-5791707C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337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993EF1-4136-4D3B-BAE5-4FEC3B8C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194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상태가 되돌아가면 기록 신뢰가 깨짐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387BB9-E344-42A3-992C-32F4A400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242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구현 방식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73C52D-CAEF-4C00-AAE5-4D055D26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D867F7-D1FE-4FF3-A55C-DDA25F52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052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Planned → Completed만 허용, 미래 완료 차단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99813E-41C9-467B-B200-138890CF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100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A0D87-B2F6-4473-B04F-8593D7D2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053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EA2A0B-9A9F-4D16-8F4D-6AFB9F15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910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서버가 상태의 Source of Truth 전담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C9A2C5-7223-4925-A566-299DB6A0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57375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347C7E-5C11-4FCD-ACE6-23ED8859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57375"/>
            <a:ext cx="7239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5FBF043-7539-44A8-A81D-59476BCD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43125"/>
            <a:ext cx="495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8D2D5C-6B31-4EB0-BC5E-73317049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62175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중복 카운트 방지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6580E2-1035-4E17-8893-03CF0C8C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47950"/>
            <a:ext cx="3619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236D8AE-3CFF-4F61-825A-7F3558B6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384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기획 의도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49E3CE-D118-432F-8528-79AAE86C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337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137FF50-1A20-4C83-B025-99746741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194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사진 수가 관계 밀도로 과대 계산되는 문제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AD85A4-7D00-42AB-AF1E-602ABDB1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242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구현 방식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3F1A18-F39D-4C7E-A9DC-41EF4622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95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7A2C403-F2D0-46E8-86CB-6B3DA4B2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052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동일 날짜 내 사람·장소를 집합 연산으로 제거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FD8A93-8694-44A8-967B-82CD4261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100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D059CD-6FFC-4DD0-B70E-6859AE67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0532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5F7B36-73C2-4011-8BEF-8C8A2B09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91025"/>
            <a:ext cx="3000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관계와 방문 빈도를 더 정확히 반영</a:t>
            </a:r>
          </a:p>
        </p:txBody>
      </p:sp>
    </p:spTree>
    <p:extLst>
      <p:ext uri="{BB962C8B-B14F-4D97-AF65-F5344CB8AC3E}">
        <p14:creationId xmlns:p14="http://schemas.microsoft.com/office/powerpoint/2010/main" val="128765852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42CF86-38D8-41D2-9B91-64EE522E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E3DE6-99B1-4E73-A39B-A258D7D4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7ED2B-AD82-4796-B015-CED81EB0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47EB9-1FCF-45F8-A5B6-F2D5D92D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55A57-4BE4-40EA-A931-BE0B26B7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055FB-CD8F-4C51-A2AF-3BD0F634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6F95B-C4A8-47B2-9639-EE5DEADB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1BC88-6566-4A00-86EB-98C4A77D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4894F-9A9D-45D2-9832-C55545C8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A945C-BA55-43C2-A2D2-627325AB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76755-EC4D-4777-BFAC-E8F0DD64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D84C2-5391-4DB2-AE65-417E0AF9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2801A-1AFD-4012-B9D7-34DB33B1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92419-915A-416D-859E-642DA61C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061F0-8E7A-45C1-B85D-93E64701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DA212-4D10-4009-9533-5637C4C5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156CD-908B-4C51-8DF6-8F2D75F3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1C231-73BB-4FEA-A78E-DDC24F72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5D439-6A49-46FA-A3E1-C6AA12E1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630117-E944-40EF-8C97-FE64CAF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2D0496-9EFE-4897-A48C-17FA62B7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89A803-92C7-4BA2-B43E-77DFF94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1E623F-3652-4793-8626-60CE9B54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5CBFA9-0790-4785-ACC8-FB4D70A3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IMPLEMENTATION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16766C-04DD-4C23-B9FD-E05E754C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실배포 상태의 5개 도메인과 재현 가능한 API 문서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8D6870-6607-4901-BD46-2B988C7A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3FC9D4-5456-42B7-8FBB-73D7749A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CBA41E-5B1C-4449-894F-922C85CD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762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C99D33-159E-4891-9CC6-877332C7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95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Vercel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6C87E-575C-4911-9AD6-B6D46427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71675"/>
            <a:ext cx="2381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Frontend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A4E16E-E9A1-4457-AEDD-994047EA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76375"/>
            <a:ext cx="2762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200CB5-05E9-42D4-B348-FFA11593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95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Railway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5CC01F-8AA0-4D75-B6DA-B07BB834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71675"/>
            <a:ext cx="2381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EDEDED"/>
                </a:solidFill>
                <a:latin typeface="Apple SD Gothic Neo"/>
                <a:ea typeface="Apple SD Gothic Neo"/>
                <a:cs typeface="Apple SD Gothic Neo"/>
              </a:rPr>
              <a:t>Backend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3F1C7E-34AA-4A09-9272-5EFED6F6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76375"/>
            <a:ext cx="2762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18B0FB-AF6E-4138-8516-CA5E88BD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95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HuggingFace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EFB05A-C9B5-4920-96A4-CFB9D8C9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71675"/>
            <a:ext cx="2381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AI Server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30C1FC-D316-4B87-964C-E25927A8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80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A22717-E3CE-4E0E-ACF2-3B7742ED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AUTH</a:t>
            </a:r>
          </a:p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JWT 인증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5F8354-3FA0-405F-BFB4-3BED0B7E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43250"/>
            <a:ext cx="180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3C178D-1764-4ED8-9CF4-578C047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623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PEOPLE</a:t>
            </a:r>
          </a:p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관계 상태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6B632A-5314-4C20-9290-239BA374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80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0162C5-DEFF-4A96-8001-CA0C4EA5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623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PLACE</a:t>
            </a:r>
          </a:p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방문 지도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9E809BB-93C3-4D03-8628-A5B7333D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43250"/>
            <a:ext cx="180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8C2932-23B1-49C5-95C5-2B076879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SCHEDULE</a:t>
            </a:r>
          </a:p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완료 전환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DFFEF6-7920-43EE-AEC1-2F37C690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180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FF8"/>
          </a:solidFill>
          <a:ln xmlns:a="http://schemas.openxmlformats.org/drawingml/2006/main" w="9525">
            <a:solidFill>
              <a:srgbClr val="4F2D8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72ED6E-627C-464A-B63B-46C02645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623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ACTIVITY</a:t>
            </a:r>
          </a:p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활동 로그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04CB62-A6F7-43CA-ADB4-D49084A8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971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Swagger 문서화 완료: 5개 도메인 · 전체 엔드포인트 · JWT 인증 명세 반영</a:t>
            </a:r>
          </a:p>
        </p:txBody>
      </p:sp>
    </p:spTree>
    <p:extLst>
      <p:ext uri="{BB962C8B-B14F-4D97-AF65-F5344CB8AC3E}">
        <p14:creationId xmlns:p14="http://schemas.microsoft.com/office/powerpoint/2010/main" val="141320846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4AD23E-5646-4CED-B379-33E2D18B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0992FC-61EA-4138-BC6F-EDD5ED0B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6ABEA-8C68-4CE5-AD55-967A56EF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06909-4F8C-44CD-9318-7EC18B9C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96A9B-BBEF-44D3-9201-930635CF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4231C-A6CC-4A81-BEA8-9672813E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26048-7363-49EB-95C2-BA9F839C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58A47-78E5-4CA5-9E58-E17CA536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5FA9B-C674-431E-9C4E-AC1D9BAB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5135C-333A-4FB3-A6D4-75E48EB9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346821-FE26-45D5-8180-E583AC69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A1600-5342-4E90-8945-7109EA5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97A16E-B2F1-47E9-A914-97751485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26C0CC-5A56-4AE2-A580-D1FC0017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EBE95-82B9-4F8A-A81D-2EEAE855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B6F3E-DDFC-439C-A5AE-9D1E10F5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4356F-C527-4A22-8FF7-0FC15955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5BA1EA-4758-4FC2-96EE-0F3D4A55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B4CF58-DC28-4641-A73D-4EFB1695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53BF06-F25C-4A4D-BA81-4FAF3C2A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E06830-2D13-4651-A6C8-688B7FBA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427B66-C4D8-4DCA-9DB1-5C67D21A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7C560A-9948-4AD2-A690-CC660D3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34271F-15EB-4442-8745-393057A7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7CD96F-FA6C-4121-9B8E-FAB2A32B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사용자가 한 일은 사진 업로드 하나였습니다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BAC516-F504-49FB-AEAC-2DE87364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8749AA-48F7-4F76-BAE8-38116F1D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C71D8-927D-4381-8FC1-3C123DEC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76375"/>
            <a:ext cx="5715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1d2641eb54fb6"/>
          <a:stretch xmlns:a="http://schemas.openxmlformats.org/drawingml/2006/main"/>
        </p:blipFill>
        <p:spPr>
          <a:xfrm xmlns:a="http://schemas.openxmlformats.org/drawingml/2006/main">
            <a:off x="2971800" y="1943407"/>
            <a:ext cx="1809750" cy="2685435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C7CAAF-EF4A-4A51-9724-5968498C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904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12FD29-5971-4732-BA64-9D501F99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5752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587003-C0F0-4438-8518-839D29A2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3476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DD6A3D-AF41-40DE-81BD-3621AEE1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7049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0:00 로그인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11EF8B-E607-4AA9-8551-9265FFEA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3476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3B6800-1898-417C-AB8A-1A9D60C6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717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0:10 People 관계 상태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488564-AFA5-4EFB-9B63-D51A10F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14650"/>
            <a:ext cx="3476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FF8"/>
          </a:solidFill>
          <a:ln xmlns:a="http://schemas.openxmlformats.org/drawingml/2006/main" w="9525">
            <a:solidFill>
              <a:srgbClr val="4F2D8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F99FBB-5517-489B-8832-54946CC9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384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0:25 사진 업로드·분석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5DA7D3-FBB0-4295-8D4E-E390DCF0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81400"/>
            <a:ext cx="3476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750002-9131-4A8A-AB05-144723FF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052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0:50 Calendar 완료 전환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1D4D00-C638-47F9-B1A3-D68DC1FD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48150"/>
            <a:ext cx="3476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4DEE3C-484B-4BB1-A9E7-1BED0DC2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3719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1:10 Map 방문 시각화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A59D1A-8433-490F-8898-AF10FBF9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942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사진 업로드 → People 기록 → Calendar Completed → Map 방문 시각화</a:t>
            </a:r>
          </a:p>
        </p:txBody>
      </p:sp>
    </p:spTree>
    <p:extLst>
      <p:ext uri="{BB962C8B-B14F-4D97-AF65-F5344CB8AC3E}">
        <p14:creationId xmlns:p14="http://schemas.microsoft.com/office/powerpoint/2010/main" val="434176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7114B5-94B4-41A4-8FE8-1AFBAA1A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C8730-A5C3-4A22-A016-64DCDAF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8A679-847B-4A9E-AB4C-F27E6509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8A512-273B-4A6A-9863-6C1E0100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B5D92-B100-4A4F-AB8E-A579532C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F8F7D-26CE-40A4-9BF2-782F3504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6FDB9-3A49-421A-AEFF-003D68CB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281BF0-3B03-410F-AC6C-E57469A9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033EF-2B40-42CB-B68A-BD722BBF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43C70-9062-4120-B2F2-4D6407F0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04FA55-485D-4E9C-99BB-9BC4A224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3B558-E6D3-448B-B86D-32A5AA97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345BBD-F755-4556-ACFA-902B256C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59494-6681-49F2-B28A-44F39F6E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FBFF27-E953-4604-ADCC-C34457B2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22061-3F0E-4249-A01D-9C61048A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39F37-C464-4272-A4BF-C404F38C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EF8E9B-0FF4-4935-A14C-31D253EF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ADE36A-2032-4008-A0FF-292FB504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33E18-01BB-4EB1-92F8-22D520BD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60F5F-9011-40CB-8133-191A0F7A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2A472-DCCE-4B21-8C6E-03488F1C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07C4D-0894-4013-82E5-505CA096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8DF9C-58B6-44EF-A293-45E43F49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TRY CLUSTER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22EE69-4111-47DB-A390-27F36A0B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QR 코드로 실제 배포 서비스에 접속할 수 있습니다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1D3481-12CF-4BC9-AD90-89012ADB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DB6251-A7BF-4B46-8BDA-308099E0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BA564F-AD33-4472-A8F4-E8D278D4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1409700"/>
            <a:ext cx="3905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f9079a67847b2"/>
          <a:stretch xmlns:a="http://schemas.openxmlformats.org/drawingml/2006/main"/>
        </p:blipFill>
        <p:spPr>
          <a:xfrm xmlns:a="http://schemas.openxmlformats.org/drawingml/2006/main">
            <a:off x="4536192" y="1790700"/>
            <a:ext cx="3119617" cy="31432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469509-24A6-4B0D-9ED8-BE7D62F9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3880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지금 바로 접속해보세요</a:t>
            </a:r>
          </a:p>
        </p:txBody>
      </p:sp>
    </p:spTree>
    <p:extLst>
      <p:ext uri="{BB962C8B-B14F-4D97-AF65-F5344CB8AC3E}">
        <p14:creationId xmlns:p14="http://schemas.microsoft.com/office/powerpoint/2010/main" val="7818710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75AD59-29BA-4F51-A108-261224C6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7B726-AE6B-4510-BA24-CD53024B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F2EBE-FC8F-4381-A86A-76CCE97B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955A9-6BEC-4341-8290-8327A612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7D9D1-A2D4-4309-A5B0-887078EE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EF790-7F19-473A-93E9-DE72B883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875C6-FC12-49E2-8D1C-450A4AF2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BA72E-C179-4D38-949E-D829A6E1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84879-EA3E-4867-B9A8-131A310F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A5E81-CA0B-4F7E-BBC9-BC31826E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03239-6242-41EE-B623-A07D1412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F09C5-8350-4C8A-BC55-85B5111A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A5459-4159-4004-AF63-532473B8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E875FC-A381-49EF-A181-CD6B4058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7498E-E465-46CE-A877-5540CD8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DEFBE9-1571-4261-BC13-0214DDCB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4C2AB-CBE3-42C7-BE09-8D8DC50D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F6E34A-15AD-454E-AEC2-3E050AA7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69BDF-3157-45E6-9BF4-E84D0169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D99348-34B7-40AD-9CD6-DB955203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B002B3-7F82-4A9F-BB35-EF279836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288FA9-5450-4C16-ACA9-A71F3E2F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A12B87-E825-43A6-8CD7-733302C8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1A649-E5C5-4095-8B04-E0D186D5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LIMITATIONS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2721C4-83E7-4FB9-8705-09BF989F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기획 의도와 실제 사용 조건 사이의 세 가지 괴리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CEB08-0628-4522-BF4F-42FDD5D6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A01611-046C-465C-A64E-3AE59B0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ADC55F-0C41-4437-B8A9-44F21597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38300"/>
            <a:ext cx="914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AC641B-A9E9-4738-91CE-564C7495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478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2AC635-927B-45EF-896B-38150E3B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09750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얼굴 임베딩 정확도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C17C73-B41C-441A-B25F-B155BBD4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097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의도: 물적 증거 기반 기록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21A4E7-A3BD-47D5-AD20-53ED9B5B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현실: threshold를 실사용자 사진으로 검증하지 못함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F845CC-2E55-4049-85A3-878E5927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8534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4F2D8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6F80CD-6FBF-4FE0-B353-3FC1BF91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670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15A9C7-5C43-4CEB-A896-6E824736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28950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자동화의 전제 조건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925F6D-DE71-4CBF-923B-1B5C0040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289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의도: 사진 업로드 하나로 자동화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7372FA-4060-441D-B17E-5A083ADD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5280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현실: People·Place·Schedule 선등록이 필요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72A199-377F-430B-B43A-8DEF7914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7924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386437-A781-4FDF-996F-ACD8D04B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646B12-A00E-419A-87ED-61959157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48150"/>
            <a:ext cx="2238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EXIF 의존성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C5FD95-B584-4AF4-89A8-8754A977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481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의도: GPS·촬영 시간으로 진실성 확보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56A718-874B-4CF6-A66D-6D08CF56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72000"/>
            <a:ext cx="409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8A1538"/>
                </a:solidFill>
                <a:latin typeface="Apple SD Gothic Neo"/>
                <a:ea typeface="Apple SD Gothic Neo"/>
                <a:cs typeface="Apple SD Gothic Neo"/>
              </a:rPr>
              <a:t>현실: 메신저·SNS 사진은 EXIF가 없는 경우가 많음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416563-BBD5-4801-848A-6E50D9FD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752600"/>
            <a:ext cx="904875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4F2D8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47374E-B9D5-4025-8511-1D409E47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956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GAP</a:t>
            </a:r>
          </a:p>
        </p:txBody>
      </p:sp>
    </p:spTree>
    <p:extLst>
      <p:ext uri="{BB962C8B-B14F-4D97-AF65-F5344CB8AC3E}">
        <p14:creationId xmlns:p14="http://schemas.microsoft.com/office/powerpoint/2010/main" val="18217419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F5A6D0-5B77-4A75-AE9E-23EC0824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937F2-4C20-4186-8C58-5482013C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A78C5-27F7-4D80-A229-689CEBEF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04D2-39C7-44B9-8ACC-65CA3868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2D466-949E-4090-BDB0-86A270FE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1A68E-2031-40E6-AE2A-7893ECD2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5ECFA-4838-4199-8C53-A0A51CC1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6B67E-48F5-4C7F-AA8B-6A0C1F0B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F3F62-981C-43EA-91AA-4537A671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2B935C-6F86-4A27-8936-C24A5271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6C303-174E-4CC0-AFC3-CBC6E902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09B6B-3FC7-433B-9ABB-1F4A3AD1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B993D-7777-47E3-BFA6-1F738460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E8D3B-1DEF-4150-A474-F72604D3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7E8CA-3D8F-407D-A49B-548CD035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A90C8-D1A1-4F1D-BB14-659B8EB9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E122A4-D66F-49A8-98CE-BA520015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FA3F6F-B64D-4CC6-B529-B3065455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59624F-F67E-49B1-B0F2-85034F35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3675D-41E5-4390-9786-78ED742A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18FDEF-951C-49D8-A57C-D45BD18C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775030-3059-4F76-8609-DECF2C9B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3C8C3C-37A6-4142-8ED2-4FFDE227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95580D-16D3-4D71-913B-81761C84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ROADMAP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61DA42-973B-4A4F-891D-69B70B0D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한계와 향후계획을 1:1로 연결한다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49F837-6750-4D8F-887F-8D673B31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FB4C20-7581-4344-B907-E37530CB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4290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8C8880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594477-343F-4D3A-A988-5D09E972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71625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9F13F-C7E2-4B26-ADBA-CC2257ED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1927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얼굴 인식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56BADD-4819-4DD1-BB5D-339DCC39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threshold 튜닝 + 사용자 수정 피드백 루프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C847FC-BABE-4AD9-9378-D758AC16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상용 Face API 검토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7D4771-8617-4E7B-BCFA-BEA016E4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3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F02FB2-274D-4AAB-A264-0A070298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자동화 구조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453407-A648-4D08-876F-94B1C754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연락처·사진·캘린더 최초 1회 연동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D42CC1-86A4-4417-951F-FD827729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선등록 없이 자동 생성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69F84D-3824-4509-A21B-833792C0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57625"/>
            <a:ext cx="1009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FD8768-2771-4467-8963-EB5C96F4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05275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EXIF 없는 사진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DAFEC3-916D-45FD-BFC9-B7F2468C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957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최소 수동 입력 UI 추가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E940C6-93C1-41F0-B265-873F83E7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55524D"/>
                </a:solidFill>
                <a:latin typeface="Apple SD Gothic Neo"/>
                <a:ea typeface="Apple SD Gothic Neo"/>
                <a:cs typeface="Apple SD Gothic Neo"/>
              </a:rPr>
              <a:t>날짜 기반 매칭 분기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E0733B-5A62-43AB-8CC0-C22412E6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72125"/>
            <a:ext cx="828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407F25-D390-46F4-8B00-4CFC7E9A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95950"/>
            <a:ext cx="790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진짜 자동화는 사용자가 이미 쓰고 있는 데이터에서 시작해야 합니다</a:t>
            </a:r>
          </a:p>
        </p:txBody>
      </p:sp>
    </p:spTree>
    <p:extLst>
      <p:ext uri="{BB962C8B-B14F-4D97-AF65-F5344CB8AC3E}">
        <p14:creationId xmlns:p14="http://schemas.microsoft.com/office/powerpoint/2010/main" val="141099293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B42FDF-1629-4CE5-BBAD-AB6D3A64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E204B-61A5-48C8-B6B0-9D8E7229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11B75-299F-4E58-AA48-88DF8438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EC4F0-80CA-4530-A4B9-1A205820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3AF32-CB6F-4ECF-8105-122FBE32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0B6D8-5526-411E-9A07-B3C3A771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03725-8BC6-42B4-9BA7-9609C99B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5299A-6A93-4D4D-AD6F-7FF53B07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F459A-B7DA-49F3-B83B-CF79DA8C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96D9B-F2C0-4D48-912D-C89F337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922A6-B6B6-4B68-96D1-97AFFFF0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E6505-823E-479E-B665-D6A55588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C4BDE-7BA5-4FD8-AE12-DE7C36E8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D1F19-414F-45EF-BEEE-ECC4C8B3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65478-2BDE-473B-BBB7-07C872C9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34274-80D8-4BCC-BD65-EB856A30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19200"/>
            <a:ext cx="95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AF79E-468B-4AF4-BB7D-64CFA3E9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0FD74-3157-4EC8-8474-A16B507B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9CCB00-6746-489A-87B9-74AB62E8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A1A695-E0E7-40C4-AEC4-F8DCFD10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598903-9801-4705-B319-182AF51B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3ABA9D-2FEA-42AA-A5A7-FCD668EC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FD2516-3656-4B19-BB8A-41B0EC1E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F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BFB08E-347F-48EF-A7E8-E9EA0A6B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477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CLUSTER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314239-2BAB-47ED-B735-6572BA68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952625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2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D496C-04B6-4F06-8183-F12EDDAC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14625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People — 누구와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50E788-5214-46EE-BCE2-525D999C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86125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Place — 어디서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7132B-80E1-48EE-B390-DBDAD43A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57625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81818"/>
                </a:solidFill>
                <a:latin typeface="Apple SD Gothic Neo"/>
                <a:ea typeface="Apple SD Gothic Neo"/>
                <a:cs typeface="Apple SD Gothic Neo"/>
              </a:rPr>
              <a:t>Calendar — 언제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1B48B7-52F1-4856-91C4-5F2E87A4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4F2D8A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826504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2026-05-18T15:24:51.4050000Z</dcterms:created>
  <dcterms:modified xsi:type="dcterms:W3CDTF">2026-05-18T15:24:51.4050000Z</dcterms:modified>
</coreProperties>
</file>