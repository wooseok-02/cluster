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86"/>
  </p:normalViewPr>
  <p:slideViewPr>
    <p:cSldViewPr snapToGrid="0">
      <p:cViewPr varScale="1">
        <p:scale>
          <a:sx n="101" d="100"/>
          <a:sy n="101" d="100"/>
        </p:scale>
        <p:origin x="9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02838852-8A0A-48DD-BD6C-BAD3288FBA10}"/>
              </a:ext>
            </a:extLst>
          </p:cNvPr>
          <p:cNvSpPr>
            <a:spLocks noGrp="1"/>
          </p:cNvSpPr>
          <p:nvPr/>
        </p:nvSpPr>
        <p:spPr>
          <a:xfrm>
            <a:off x="9525" y="0"/>
            <a:ext cx="12192000" cy="6858000"/>
          </a:xfrm>
          <a:prstGeom prst="rect">
            <a:avLst/>
          </a:prstGeom>
          <a:solidFill>
            <a:srgbClr val="FA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71951AC-D293-4CCD-B76A-57E6F382FA4F}"/>
              </a:ext>
            </a:extLst>
          </p:cNvPr>
          <p:cNvSpPr>
            <a:spLocks noGrp="1"/>
          </p:cNvSpPr>
          <p:nvPr/>
        </p:nvSpPr>
        <p:spPr>
          <a:xfrm>
            <a:off x="762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872A874-144F-497C-A3D0-4A21089BC49B}"/>
              </a:ext>
            </a:extLst>
          </p:cNvPr>
          <p:cNvSpPr>
            <a:spLocks noGrp="1"/>
          </p:cNvSpPr>
          <p:nvPr/>
        </p:nvSpPr>
        <p:spPr>
          <a:xfrm>
            <a:off x="1524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9BC4A97-CB99-422A-990F-794F8D6E9B65}"/>
              </a:ext>
            </a:extLst>
          </p:cNvPr>
          <p:cNvSpPr>
            <a:spLocks noGrp="1"/>
          </p:cNvSpPr>
          <p:nvPr/>
        </p:nvSpPr>
        <p:spPr>
          <a:xfrm>
            <a:off x="2286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7F132A0-4F07-4084-AA3D-C162A125FC9C}"/>
              </a:ext>
            </a:extLst>
          </p:cNvPr>
          <p:cNvSpPr>
            <a:spLocks noGrp="1"/>
          </p:cNvSpPr>
          <p:nvPr/>
        </p:nvSpPr>
        <p:spPr>
          <a:xfrm>
            <a:off x="3048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50204A6-BCD8-4901-87E8-5652CF179D32}"/>
              </a:ext>
            </a:extLst>
          </p:cNvPr>
          <p:cNvSpPr>
            <a:spLocks noGrp="1"/>
          </p:cNvSpPr>
          <p:nvPr/>
        </p:nvSpPr>
        <p:spPr>
          <a:xfrm>
            <a:off x="3810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2BBC788-7383-46D1-A918-49FC24EF7FF8}"/>
              </a:ext>
            </a:extLst>
          </p:cNvPr>
          <p:cNvSpPr>
            <a:spLocks noGrp="1"/>
          </p:cNvSpPr>
          <p:nvPr/>
        </p:nvSpPr>
        <p:spPr>
          <a:xfrm>
            <a:off x="4572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D6A2441-6F2E-470C-B808-4E85D77180BB}"/>
              </a:ext>
            </a:extLst>
          </p:cNvPr>
          <p:cNvSpPr>
            <a:spLocks noGrp="1"/>
          </p:cNvSpPr>
          <p:nvPr/>
        </p:nvSpPr>
        <p:spPr>
          <a:xfrm>
            <a:off x="5334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D709860-B5C2-4DE2-8628-FB8D761AF68C}"/>
              </a:ext>
            </a:extLst>
          </p:cNvPr>
          <p:cNvSpPr>
            <a:spLocks noGrp="1"/>
          </p:cNvSpPr>
          <p:nvPr/>
        </p:nvSpPr>
        <p:spPr>
          <a:xfrm>
            <a:off x="6096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19D8F22-96DF-467A-9001-71C54E09D020}"/>
              </a:ext>
            </a:extLst>
          </p:cNvPr>
          <p:cNvSpPr>
            <a:spLocks noGrp="1"/>
          </p:cNvSpPr>
          <p:nvPr/>
        </p:nvSpPr>
        <p:spPr>
          <a:xfrm>
            <a:off x="6858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0FA09E2-F4BC-4D66-BF61-8CE24695DB1F}"/>
              </a:ext>
            </a:extLst>
          </p:cNvPr>
          <p:cNvSpPr>
            <a:spLocks noGrp="1"/>
          </p:cNvSpPr>
          <p:nvPr/>
        </p:nvSpPr>
        <p:spPr>
          <a:xfrm>
            <a:off x="7620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A77E5A1-D9EF-4A9E-86E0-0708894130FF}"/>
              </a:ext>
            </a:extLst>
          </p:cNvPr>
          <p:cNvSpPr>
            <a:spLocks noGrp="1"/>
          </p:cNvSpPr>
          <p:nvPr/>
        </p:nvSpPr>
        <p:spPr>
          <a:xfrm>
            <a:off x="8382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FDE784F-BA5B-4AB1-A210-6F070457DCC2}"/>
              </a:ext>
            </a:extLst>
          </p:cNvPr>
          <p:cNvSpPr>
            <a:spLocks noGrp="1"/>
          </p:cNvSpPr>
          <p:nvPr/>
        </p:nvSpPr>
        <p:spPr>
          <a:xfrm>
            <a:off x="9144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69648A-CA06-48FA-8072-25C47FCA00AD}"/>
              </a:ext>
            </a:extLst>
          </p:cNvPr>
          <p:cNvSpPr>
            <a:spLocks noGrp="1"/>
          </p:cNvSpPr>
          <p:nvPr/>
        </p:nvSpPr>
        <p:spPr>
          <a:xfrm>
            <a:off x="9906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D62EDD8-3101-4A51-B995-43025B4E3E31}"/>
              </a:ext>
            </a:extLst>
          </p:cNvPr>
          <p:cNvSpPr>
            <a:spLocks noGrp="1"/>
          </p:cNvSpPr>
          <p:nvPr/>
        </p:nvSpPr>
        <p:spPr>
          <a:xfrm>
            <a:off x="10668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64B2559-FF38-4102-9F01-F73DAED9F454}"/>
              </a:ext>
            </a:extLst>
          </p:cNvPr>
          <p:cNvSpPr>
            <a:spLocks noGrp="1"/>
          </p:cNvSpPr>
          <p:nvPr/>
        </p:nvSpPr>
        <p:spPr>
          <a:xfrm>
            <a:off x="11430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AFF8246-3749-4480-AF62-143C3CFB88AC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ADECEEA-B644-4FA4-B97E-BB61F354B955}"/>
              </a:ext>
            </a:extLst>
          </p:cNvPr>
          <p:cNvSpPr>
            <a:spLocks noGrp="1"/>
          </p:cNvSpPr>
          <p:nvPr/>
        </p:nvSpPr>
        <p:spPr>
          <a:xfrm>
            <a:off x="609600" y="2286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3C741B6-9208-409F-82FE-9E0A12F4FFDB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ED0B23E-955B-4327-AEA7-1EC2CC4079AA}"/>
              </a:ext>
            </a:extLst>
          </p:cNvPr>
          <p:cNvSpPr>
            <a:spLocks noGrp="1"/>
          </p:cNvSpPr>
          <p:nvPr/>
        </p:nvSpPr>
        <p:spPr>
          <a:xfrm>
            <a:off x="609600" y="3810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901DEFE-87B4-406C-8F76-799A4E50538F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66B6E14-AB01-4130-845C-7BD1F950A90F}"/>
              </a:ext>
            </a:extLst>
          </p:cNvPr>
          <p:cNvSpPr>
            <a:spLocks noGrp="1"/>
          </p:cNvSpPr>
          <p:nvPr/>
        </p:nvSpPr>
        <p:spPr>
          <a:xfrm>
            <a:off x="609600" y="5334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36F603C-F2D9-4F04-BE8C-42D3C432734E}"/>
              </a:ext>
            </a:extLst>
          </p:cNvPr>
          <p:cNvSpPr>
            <a:spLocks noGrp="1"/>
          </p:cNvSpPr>
          <p:nvPr/>
        </p:nvSpPr>
        <p:spPr>
          <a:xfrm>
            <a:off x="609600" y="6096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947CF16-9D70-4E1C-8914-D21642DF1D74}"/>
              </a:ext>
            </a:extLst>
          </p:cNvPr>
          <p:cNvSpPr>
            <a:spLocks noGrp="1"/>
          </p:cNvSpPr>
          <p:nvPr/>
        </p:nvSpPr>
        <p:spPr>
          <a:xfrm>
            <a:off x="1066800" y="1314450"/>
            <a:ext cx="6858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250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250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rPr>
              <a:t>CLUSTER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6DFDE1E-0BEE-4A47-B9B1-A67FBCCB31AE}"/>
              </a:ext>
            </a:extLst>
          </p:cNvPr>
          <p:cNvSpPr>
            <a:spLocks noGrp="1"/>
          </p:cNvSpPr>
          <p:nvPr/>
        </p:nvSpPr>
        <p:spPr>
          <a:xfrm>
            <a:off x="1104900" y="2305050"/>
            <a:ext cx="2286000" cy="28575"/>
          </a:xfrm>
          <a:prstGeom prst="rect">
            <a:avLst/>
          </a:prstGeom>
          <a:solidFill>
            <a:srgbClr val="4F2D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156B479-9B3A-45A6-B916-7F1BC3BCBD4C}"/>
              </a:ext>
            </a:extLst>
          </p:cNvPr>
          <p:cNvSpPr>
            <a:spLocks noGrp="1"/>
          </p:cNvSpPr>
          <p:nvPr/>
        </p:nvSpPr>
        <p:spPr>
          <a:xfrm>
            <a:off x="1104900" y="2724150"/>
            <a:ext cx="7239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사진 한 장으로 인생을 기록하다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B86A544-16BE-4925-8C03-0F4BCE59CCEA}"/>
              </a:ext>
            </a:extLst>
          </p:cNvPr>
          <p:cNvSpPr>
            <a:spLocks noGrp="1"/>
          </p:cNvSpPr>
          <p:nvPr/>
        </p:nvSpPr>
        <p:spPr>
          <a:xfrm>
            <a:off x="1143000" y="5191125"/>
            <a:ext cx="533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55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altLang="en-US" sz="1275" dirty="0">
                <a:solidFill>
                  <a:srgbClr val="55524D"/>
                </a:solidFill>
                <a:latin typeface="Apple SD Gothic Neo"/>
                <a:ea typeface="Apple SD Gothic Neo"/>
                <a:cs typeface="Apple SD Gothic Neo"/>
              </a:rPr>
              <a:t>최우석 김성애</a:t>
            </a:r>
            <a:r>
              <a:rPr sz="1275" b="0" dirty="0">
                <a:solidFill>
                  <a:srgbClr val="55524D"/>
                </a:solidFill>
                <a:latin typeface="Apple SD Gothic Neo"/>
                <a:ea typeface="Apple SD Gothic Neo"/>
                <a:cs typeface="Apple SD Gothic Neo"/>
              </a:rPr>
              <a:t> / </a:t>
            </a:r>
            <a:r>
              <a:rPr lang="ko-KR" altLang="en-US" sz="1275" dirty="0" err="1">
                <a:solidFill>
                  <a:srgbClr val="55524D"/>
                </a:solidFill>
                <a:latin typeface="Apple SD Gothic Neo"/>
                <a:ea typeface="Apple SD Gothic Neo"/>
                <a:cs typeface="Apple SD Gothic Neo"/>
              </a:rPr>
              <a:t>남서울대학교</a:t>
            </a:r>
            <a:r>
              <a:rPr sz="1275" b="0" dirty="0">
                <a:solidFill>
                  <a:srgbClr val="55524D"/>
                </a:solidFill>
                <a:latin typeface="Apple SD Gothic Neo"/>
                <a:ea typeface="Apple SD Gothic Neo"/>
                <a:cs typeface="Apple SD Gothic Neo"/>
              </a:rPr>
              <a:t> / 2026.05.</a:t>
            </a:r>
            <a:r>
              <a:rPr lang="en-US" altLang="ko-KR" sz="1275" b="0" dirty="0">
                <a:solidFill>
                  <a:srgbClr val="55524D"/>
                </a:solidFill>
                <a:latin typeface="Apple SD Gothic Neo"/>
                <a:ea typeface="Apple SD Gothic Neo"/>
                <a:cs typeface="Apple SD Gothic Neo"/>
              </a:rPr>
              <a:t>22</a:t>
            </a:r>
            <a:endParaRPr sz="1275" b="0" dirty="0">
              <a:solidFill>
                <a:srgbClr val="55524D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8ADFAFC-5FAF-4DC6-B39F-25D9CF9CCC12}"/>
              </a:ext>
            </a:extLst>
          </p:cNvPr>
          <p:cNvSpPr>
            <a:spLocks noGrp="1"/>
          </p:cNvSpPr>
          <p:nvPr/>
        </p:nvSpPr>
        <p:spPr>
          <a:xfrm>
            <a:off x="8858250" y="1314450"/>
            <a:ext cx="14288" cy="4095750"/>
          </a:xfrm>
          <a:prstGeom prst="rect">
            <a:avLst/>
          </a:prstGeom>
          <a:solidFill>
            <a:srgbClr val="D8D6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4D217FB-3D3D-410C-9C70-47A0C91597B7}"/>
              </a:ext>
            </a:extLst>
          </p:cNvPr>
          <p:cNvSpPr>
            <a:spLocks noGrp="1"/>
          </p:cNvSpPr>
          <p:nvPr/>
        </p:nvSpPr>
        <p:spPr>
          <a:xfrm>
            <a:off x="9239250" y="1371600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8C88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8C8880"/>
                </a:solidFill>
                <a:latin typeface="Apple SD Gothic Neo"/>
                <a:ea typeface="Apple SD Gothic Neo"/>
                <a:cs typeface="Apple SD Gothic Neo"/>
              </a:rPr>
              <a:t>ACADEMIC PRESENTATION</a:t>
            </a:r>
          </a:p>
        </p:txBody>
      </p:sp>
    </p:spTree>
    <p:extLst>
      <p:ext uri="{BB962C8B-B14F-4D97-AF65-F5344CB8AC3E}">
        <p14:creationId xmlns:p14="http://schemas.microsoft.com/office/powerpoint/2010/main" val="970267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직사각형 47">
            <a:extLst>
              <a:ext uri="{FF2B5EF4-FFF2-40B4-BE49-F238E27FC236}">
                <a16:creationId xmlns:a16="http://schemas.microsoft.com/office/drawing/2014/main" id="{3BB0ADDD-A410-423B-9E04-F28997AB0A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510CAFF-A928-493F-AC3E-E9182575B2B8}"/>
              </a:ext>
            </a:extLst>
          </p:cNvPr>
          <p:cNvSpPr>
            <a:spLocks noGrp="1"/>
          </p:cNvSpPr>
          <p:nvPr/>
        </p:nvSpPr>
        <p:spPr>
          <a:xfrm>
            <a:off x="762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0E35E18-7DF7-46D9-BC10-CFE84C23E8A1}"/>
              </a:ext>
            </a:extLst>
          </p:cNvPr>
          <p:cNvSpPr>
            <a:spLocks noGrp="1"/>
          </p:cNvSpPr>
          <p:nvPr/>
        </p:nvSpPr>
        <p:spPr>
          <a:xfrm>
            <a:off x="1524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462BDCE-B795-42D1-AF79-035A5B62EE49}"/>
              </a:ext>
            </a:extLst>
          </p:cNvPr>
          <p:cNvSpPr>
            <a:spLocks noGrp="1"/>
          </p:cNvSpPr>
          <p:nvPr/>
        </p:nvSpPr>
        <p:spPr>
          <a:xfrm>
            <a:off x="2286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8415118-81B6-4595-8874-B63EEF92D200}"/>
              </a:ext>
            </a:extLst>
          </p:cNvPr>
          <p:cNvSpPr>
            <a:spLocks noGrp="1"/>
          </p:cNvSpPr>
          <p:nvPr/>
        </p:nvSpPr>
        <p:spPr>
          <a:xfrm>
            <a:off x="3048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427DF40-EF4A-4E8C-822C-1F44FA84FFA0}"/>
              </a:ext>
            </a:extLst>
          </p:cNvPr>
          <p:cNvSpPr>
            <a:spLocks noGrp="1"/>
          </p:cNvSpPr>
          <p:nvPr/>
        </p:nvSpPr>
        <p:spPr>
          <a:xfrm>
            <a:off x="3810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D3E4F6D-E384-489C-980A-5AC49E913DB7}"/>
              </a:ext>
            </a:extLst>
          </p:cNvPr>
          <p:cNvSpPr>
            <a:spLocks noGrp="1"/>
          </p:cNvSpPr>
          <p:nvPr/>
        </p:nvSpPr>
        <p:spPr>
          <a:xfrm>
            <a:off x="4572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B64B191-36C8-4F1B-A5B6-E2A8FF0F04EC}"/>
              </a:ext>
            </a:extLst>
          </p:cNvPr>
          <p:cNvSpPr>
            <a:spLocks noGrp="1"/>
          </p:cNvSpPr>
          <p:nvPr/>
        </p:nvSpPr>
        <p:spPr>
          <a:xfrm>
            <a:off x="5334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60D4E85-C5ED-4C5E-99CB-304B66CD9393}"/>
              </a:ext>
            </a:extLst>
          </p:cNvPr>
          <p:cNvSpPr>
            <a:spLocks noGrp="1"/>
          </p:cNvSpPr>
          <p:nvPr/>
        </p:nvSpPr>
        <p:spPr>
          <a:xfrm>
            <a:off x="6096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67EFAFF-A18B-40CF-8C96-E0C03EDD3ACF}"/>
              </a:ext>
            </a:extLst>
          </p:cNvPr>
          <p:cNvSpPr>
            <a:spLocks noGrp="1"/>
          </p:cNvSpPr>
          <p:nvPr/>
        </p:nvSpPr>
        <p:spPr>
          <a:xfrm>
            <a:off x="6858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E05378B-8804-4E61-8523-E76A78E24B3C}"/>
              </a:ext>
            </a:extLst>
          </p:cNvPr>
          <p:cNvSpPr>
            <a:spLocks noGrp="1"/>
          </p:cNvSpPr>
          <p:nvPr/>
        </p:nvSpPr>
        <p:spPr>
          <a:xfrm>
            <a:off x="7620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B0D7CF3-7E83-472C-9CB8-58F89D3F8EFD}"/>
              </a:ext>
            </a:extLst>
          </p:cNvPr>
          <p:cNvSpPr>
            <a:spLocks noGrp="1"/>
          </p:cNvSpPr>
          <p:nvPr/>
        </p:nvSpPr>
        <p:spPr>
          <a:xfrm>
            <a:off x="8382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4F18829-FDC0-48EB-BB7E-E5C11D9D7FCF}"/>
              </a:ext>
            </a:extLst>
          </p:cNvPr>
          <p:cNvSpPr>
            <a:spLocks noGrp="1"/>
          </p:cNvSpPr>
          <p:nvPr/>
        </p:nvSpPr>
        <p:spPr>
          <a:xfrm>
            <a:off x="9144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E67091E-B4FC-4A21-AF54-C9F4C99E70D8}"/>
              </a:ext>
            </a:extLst>
          </p:cNvPr>
          <p:cNvSpPr>
            <a:spLocks noGrp="1"/>
          </p:cNvSpPr>
          <p:nvPr/>
        </p:nvSpPr>
        <p:spPr>
          <a:xfrm>
            <a:off x="9906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20FAB6F-EEE8-4AF5-81C7-C46CCEEA3B2C}"/>
              </a:ext>
            </a:extLst>
          </p:cNvPr>
          <p:cNvSpPr>
            <a:spLocks noGrp="1"/>
          </p:cNvSpPr>
          <p:nvPr/>
        </p:nvSpPr>
        <p:spPr>
          <a:xfrm>
            <a:off x="10668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B9A9689-CA8C-48AF-951A-B6BB1B7E0EC5}"/>
              </a:ext>
            </a:extLst>
          </p:cNvPr>
          <p:cNvSpPr>
            <a:spLocks noGrp="1"/>
          </p:cNvSpPr>
          <p:nvPr/>
        </p:nvSpPr>
        <p:spPr>
          <a:xfrm>
            <a:off x="11430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91ED5F1-368D-497B-9641-64DE27876173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27212F5-FF2F-4322-B9A2-6A46087E8EE6}"/>
              </a:ext>
            </a:extLst>
          </p:cNvPr>
          <p:cNvSpPr>
            <a:spLocks noGrp="1"/>
          </p:cNvSpPr>
          <p:nvPr/>
        </p:nvSpPr>
        <p:spPr>
          <a:xfrm>
            <a:off x="609600" y="2286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7CA4417-A175-4EFE-A28F-D2084F43657A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F17209D-5CBE-465E-B5D0-2AFB4F0C8B9F}"/>
              </a:ext>
            </a:extLst>
          </p:cNvPr>
          <p:cNvSpPr>
            <a:spLocks noGrp="1"/>
          </p:cNvSpPr>
          <p:nvPr/>
        </p:nvSpPr>
        <p:spPr>
          <a:xfrm>
            <a:off x="609600" y="3810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6905D73-7E4F-4158-8F49-FE3C894C9CDB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E3A8712-32D1-44F3-B091-EA5133D6F171}"/>
              </a:ext>
            </a:extLst>
          </p:cNvPr>
          <p:cNvSpPr>
            <a:spLocks noGrp="1"/>
          </p:cNvSpPr>
          <p:nvPr/>
        </p:nvSpPr>
        <p:spPr>
          <a:xfrm>
            <a:off x="609600" y="5334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934BDC6-BEA6-4C65-AAC7-EA6DC91524BF}"/>
              </a:ext>
            </a:extLst>
          </p:cNvPr>
          <p:cNvSpPr>
            <a:spLocks noGrp="1"/>
          </p:cNvSpPr>
          <p:nvPr/>
        </p:nvSpPr>
        <p:spPr>
          <a:xfrm>
            <a:off x="609600" y="6096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1D11A1E-D179-4914-B790-C7C63389C928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rPr>
              <a:t>PROBLEM SIGNAL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F2A5052-A7C5-44C8-A5B4-3CEEA11D4859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8858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사진은 폭증했지만, 기억은 구조화되지 않는다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68F62C5-3CD0-449B-992C-22063799D06F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10972800" cy="12383"/>
          </a:xfrm>
          <a:prstGeom prst="rect">
            <a:avLst/>
          </a:prstGeom>
          <a:solidFill>
            <a:srgbClr val="D8D6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38224D1-49F7-41A6-A3AA-7B97C3A5CF64}"/>
              </a:ext>
            </a:extLst>
          </p:cNvPr>
          <p:cNvSpPr>
            <a:spLocks noGrp="1"/>
          </p:cNvSpPr>
          <p:nvPr/>
        </p:nvSpPr>
        <p:spPr>
          <a:xfrm>
            <a:off x="11001375" y="34290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8C88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8C888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05F9AC9-2768-42CF-BFA8-489DF256F7F2}"/>
              </a:ext>
            </a:extLst>
          </p:cNvPr>
          <p:cNvSpPr>
            <a:spLocks noGrp="1"/>
          </p:cNvSpPr>
          <p:nvPr/>
        </p:nvSpPr>
        <p:spPr>
          <a:xfrm>
            <a:off x="1000125" y="1695450"/>
            <a:ext cx="314325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E629B5D-0ECE-4258-8B20-7971BE42BE6F}"/>
              </a:ext>
            </a:extLst>
          </p:cNvPr>
          <p:cNvSpPr>
            <a:spLocks noGrp="1"/>
          </p:cNvSpPr>
          <p:nvPr/>
        </p:nvSpPr>
        <p:spPr>
          <a:xfrm>
            <a:off x="1266825" y="1943100"/>
            <a:ext cx="25717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050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050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rPr>
              <a:t>97.4%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E517C4B-DF2B-4D37-ADCB-E97CD16E6D1B}"/>
              </a:ext>
            </a:extLst>
          </p:cNvPr>
          <p:cNvSpPr>
            <a:spLocks noGrp="1"/>
          </p:cNvSpPr>
          <p:nvPr/>
        </p:nvSpPr>
        <p:spPr>
          <a:xfrm>
            <a:off x="1285875" y="27241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스마트폰 보급률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C1FE99A-F613-4298-BF35-1E22F8212137}"/>
              </a:ext>
            </a:extLst>
          </p:cNvPr>
          <p:cNvSpPr>
            <a:spLocks noGrp="1"/>
          </p:cNvSpPr>
          <p:nvPr/>
        </p:nvSpPr>
        <p:spPr>
          <a:xfrm>
            <a:off x="1285875" y="3105150"/>
            <a:ext cx="2428875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55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5524D"/>
                </a:solidFill>
                <a:latin typeface="Apple SD Gothic Neo"/>
                <a:ea typeface="Apple SD Gothic Neo"/>
                <a:cs typeface="Apple SD Gothic Neo"/>
              </a:rPr>
              <a:t>기억을 남기는 장치가 일상화됨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34B983B-FFAE-4BD7-B195-AE71BFFB4D4C}"/>
              </a:ext>
            </a:extLst>
          </p:cNvPr>
          <p:cNvSpPr>
            <a:spLocks noGrp="1"/>
          </p:cNvSpPr>
          <p:nvPr/>
        </p:nvSpPr>
        <p:spPr>
          <a:xfrm>
            <a:off x="1285875" y="3714750"/>
            <a:ext cx="2000250" cy="66675"/>
          </a:xfrm>
          <a:prstGeom prst="rect">
            <a:avLst/>
          </a:prstGeom>
          <a:solidFill>
            <a:srgbClr val="EEEC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984D30F-0673-45CC-958D-9F6C56E1D603}"/>
              </a:ext>
            </a:extLst>
          </p:cNvPr>
          <p:cNvSpPr>
            <a:spLocks noGrp="1"/>
          </p:cNvSpPr>
          <p:nvPr/>
        </p:nvSpPr>
        <p:spPr>
          <a:xfrm>
            <a:off x="1285875" y="3714750"/>
            <a:ext cx="1428750" cy="66675"/>
          </a:xfrm>
          <a:prstGeom prst="rect">
            <a:avLst/>
          </a:prstGeom>
          <a:solidFill>
            <a:srgbClr val="4F2D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84399A3-BD19-4836-8CAE-45EAD068A85F}"/>
              </a:ext>
            </a:extLst>
          </p:cNvPr>
          <p:cNvSpPr>
            <a:spLocks noGrp="1"/>
          </p:cNvSpPr>
          <p:nvPr/>
        </p:nvSpPr>
        <p:spPr>
          <a:xfrm>
            <a:off x="4524375" y="1695450"/>
            <a:ext cx="314325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97685F8-22B9-47D3-87AD-B733D6FCB506}"/>
              </a:ext>
            </a:extLst>
          </p:cNvPr>
          <p:cNvSpPr>
            <a:spLocks noGrp="1"/>
          </p:cNvSpPr>
          <p:nvPr/>
        </p:nvSpPr>
        <p:spPr>
          <a:xfrm>
            <a:off x="4791075" y="1943100"/>
            <a:ext cx="25717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050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050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rPr>
              <a:t>1.7조+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25A3F30-0C95-4056-BF82-689617F9AB42}"/>
              </a:ext>
            </a:extLst>
          </p:cNvPr>
          <p:cNvSpPr>
            <a:spLocks noGrp="1"/>
          </p:cNvSpPr>
          <p:nvPr/>
        </p:nvSpPr>
        <p:spPr>
          <a:xfrm>
            <a:off x="4810125" y="27241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연간 사진 촬영 규모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75F99AD-97DF-4B9B-903B-323853688FC0}"/>
              </a:ext>
            </a:extLst>
          </p:cNvPr>
          <p:cNvSpPr>
            <a:spLocks noGrp="1"/>
          </p:cNvSpPr>
          <p:nvPr/>
        </p:nvSpPr>
        <p:spPr>
          <a:xfrm>
            <a:off x="4810125" y="3105150"/>
            <a:ext cx="2428875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55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5524D"/>
                </a:solidFill>
                <a:latin typeface="Apple SD Gothic Neo"/>
                <a:ea typeface="Apple SD Gothic Neo"/>
                <a:cs typeface="Apple SD Gothic Neo"/>
              </a:rPr>
              <a:t>개인의 기록량은 계속 증가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E1C178CC-D2D8-4ABB-884B-43263FD07112}"/>
              </a:ext>
            </a:extLst>
          </p:cNvPr>
          <p:cNvSpPr>
            <a:spLocks noGrp="1"/>
          </p:cNvSpPr>
          <p:nvPr/>
        </p:nvSpPr>
        <p:spPr>
          <a:xfrm>
            <a:off x="4810125" y="3714750"/>
            <a:ext cx="2000250" cy="66675"/>
          </a:xfrm>
          <a:prstGeom prst="rect">
            <a:avLst/>
          </a:prstGeom>
          <a:solidFill>
            <a:srgbClr val="EEEC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B570AD0-FA53-4E5D-91C6-C76FB0EAAD33}"/>
              </a:ext>
            </a:extLst>
          </p:cNvPr>
          <p:cNvSpPr>
            <a:spLocks noGrp="1"/>
          </p:cNvSpPr>
          <p:nvPr/>
        </p:nvSpPr>
        <p:spPr>
          <a:xfrm>
            <a:off x="4810125" y="3714750"/>
            <a:ext cx="1762125" cy="66675"/>
          </a:xfrm>
          <a:prstGeom prst="rect">
            <a:avLst/>
          </a:prstGeom>
          <a:solidFill>
            <a:srgbClr val="4F2D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71E105C-9BF5-4043-8A13-CB10B89FAACF}"/>
              </a:ext>
            </a:extLst>
          </p:cNvPr>
          <p:cNvSpPr>
            <a:spLocks noGrp="1"/>
          </p:cNvSpPr>
          <p:nvPr/>
        </p:nvSpPr>
        <p:spPr>
          <a:xfrm>
            <a:off x="8048625" y="1695450"/>
            <a:ext cx="314325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DCBC97F-ED43-4A1A-9941-24CE33EB32B1}"/>
              </a:ext>
            </a:extLst>
          </p:cNvPr>
          <p:cNvSpPr>
            <a:spLocks noGrp="1"/>
          </p:cNvSpPr>
          <p:nvPr/>
        </p:nvSpPr>
        <p:spPr>
          <a:xfrm>
            <a:off x="8315325" y="1943100"/>
            <a:ext cx="25717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050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050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rPr>
              <a:t>수천 장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3B5C0D51-4B8D-492F-8C0F-B564A202F23E}"/>
              </a:ext>
            </a:extLst>
          </p:cNvPr>
          <p:cNvSpPr>
            <a:spLocks noGrp="1"/>
          </p:cNvSpPr>
          <p:nvPr/>
        </p:nvSpPr>
        <p:spPr>
          <a:xfrm>
            <a:off x="8334375" y="27241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개인 갤러리 누적량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4E0046D-BE80-432D-9204-369DF3C21E03}"/>
              </a:ext>
            </a:extLst>
          </p:cNvPr>
          <p:cNvSpPr>
            <a:spLocks noGrp="1"/>
          </p:cNvSpPr>
          <p:nvPr/>
        </p:nvSpPr>
        <p:spPr>
          <a:xfrm>
            <a:off x="8334375" y="3105150"/>
            <a:ext cx="2428875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55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5524D"/>
                </a:solidFill>
                <a:latin typeface="Apple SD Gothic Neo"/>
                <a:ea typeface="Apple SD Gothic Neo"/>
                <a:cs typeface="Apple SD Gothic Neo"/>
              </a:rPr>
              <a:t>탐색 비용과 피로도가 함께 증가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099436E7-196B-410A-BF69-3B4242900C30}"/>
              </a:ext>
            </a:extLst>
          </p:cNvPr>
          <p:cNvSpPr>
            <a:spLocks noGrp="1"/>
          </p:cNvSpPr>
          <p:nvPr/>
        </p:nvSpPr>
        <p:spPr>
          <a:xfrm>
            <a:off x="8334375" y="3714750"/>
            <a:ext cx="2000250" cy="66675"/>
          </a:xfrm>
          <a:prstGeom prst="rect">
            <a:avLst/>
          </a:prstGeom>
          <a:solidFill>
            <a:srgbClr val="EEEC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A773C5F0-5769-496E-9859-9B6E7D581137}"/>
              </a:ext>
            </a:extLst>
          </p:cNvPr>
          <p:cNvSpPr>
            <a:spLocks noGrp="1"/>
          </p:cNvSpPr>
          <p:nvPr/>
        </p:nvSpPr>
        <p:spPr>
          <a:xfrm>
            <a:off x="8334375" y="3714750"/>
            <a:ext cx="2095500" cy="66675"/>
          </a:xfrm>
          <a:prstGeom prst="rect">
            <a:avLst/>
          </a:prstGeom>
          <a:solidFill>
            <a:srgbClr val="4F2D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2C2D78F-9FB6-4F92-8D16-2F87F6AC2F78}"/>
              </a:ext>
            </a:extLst>
          </p:cNvPr>
          <p:cNvSpPr>
            <a:spLocks noGrp="1"/>
          </p:cNvSpPr>
          <p:nvPr/>
        </p:nvSpPr>
        <p:spPr>
          <a:xfrm>
            <a:off x="1143000" y="4876800"/>
            <a:ext cx="9906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02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우리는 역사상 가장 많은 사진을 찍는 세대입니다.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848981B-1DD0-4B60-962D-BD23B5EA8FB8}"/>
              </a:ext>
            </a:extLst>
          </p:cNvPr>
          <p:cNvSpPr>
            <a:spLocks noGrp="1"/>
          </p:cNvSpPr>
          <p:nvPr/>
        </p:nvSpPr>
        <p:spPr>
          <a:xfrm>
            <a:off x="1143000" y="5334000"/>
            <a:ext cx="9906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rPr>
              <a:t>그런데 그 사진들이 실제로 삶을 기록하고 있나요?</a:t>
            </a:r>
          </a:p>
        </p:txBody>
      </p:sp>
    </p:spTree>
    <p:extLst>
      <p:ext uri="{BB962C8B-B14F-4D97-AF65-F5344CB8AC3E}">
        <p14:creationId xmlns:p14="http://schemas.microsoft.com/office/powerpoint/2010/main" val="1097060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직사각형 69">
            <a:extLst>
              <a:ext uri="{FF2B5EF4-FFF2-40B4-BE49-F238E27FC236}">
                <a16:creationId xmlns:a16="http://schemas.microsoft.com/office/drawing/2014/main" id="{4F1E2B97-B96F-40FF-86F1-B71F7B95004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306F028-F129-41E7-899D-F32F47DF5EF5}"/>
              </a:ext>
            </a:extLst>
          </p:cNvPr>
          <p:cNvSpPr>
            <a:spLocks noGrp="1"/>
          </p:cNvSpPr>
          <p:nvPr/>
        </p:nvSpPr>
        <p:spPr>
          <a:xfrm>
            <a:off x="762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523C8AD-8769-472A-9C07-41D24E427E68}"/>
              </a:ext>
            </a:extLst>
          </p:cNvPr>
          <p:cNvSpPr>
            <a:spLocks noGrp="1"/>
          </p:cNvSpPr>
          <p:nvPr/>
        </p:nvSpPr>
        <p:spPr>
          <a:xfrm>
            <a:off x="1524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6CA1DB7-B133-40FE-9CB8-22F3ED4AA63F}"/>
              </a:ext>
            </a:extLst>
          </p:cNvPr>
          <p:cNvSpPr>
            <a:spLocks noGrp="1"/>
          </p:cNvSpPr>
          <p:nvPr/>
        </p:nvSpPr>
        <p:spPr>
          <a:xfrm>
            <a:off x="2286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6551311-6176-4DE0-8565-103E9D2FE51D}"/>
              </a:ext>
            </a:extLst>
          </p:cNvPr>
          <p:cNvSpPr>
            <a:spLocks noGrp="1"/>
          </p:cNvSpPr>
          <p:nvPr/>
        </p:nvSpPr>
        <p:spPr>
          <a:xfrm>
            <a:off x="3048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AE63F89-A7DD-41BB-BB54-DC0DDC3F92DD}"/>
              </a:ext>
            </a:extLst>
          </p:cNvPr>
          <p:cNvSpPr>
            <a:spLocks noGrp="1"/>
          </p:cNvSpPr>
          <p:nvPr/>
        </p:nvSpPr>
        <p:spPr>
          <a:xfrm>
            <a:off x="3810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DADC0ED-CF09-44B6-99CA-42FF05184543}"/>
              </a:ext>
            </a:extLst>
          </p:cNvPr>
          <p:cNvSpPr>
            <a:spLocks noGrp="1"/>
          </p:cNvSpPr>
          <p:nvPr/>
        </p:nvSpPr>
        <p:spPr>
          <a:xfrm>
            <a:off x="4572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9655905-C297-47A4-BEA0-9310647D39A6}"/>
              </a:ext>
            </a:extLst>
          </p:cNvPr>
          <p:cNvSpPr>
            <a:spLocks noGrp="1"/>
          </p:cNvSpPr>
          <p:nvPr/>
        </p:nvSpPr>
        <p:spPr>
          <a:xfrm>
            <a:off x="5334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244AD26-2501-4E69-86E9-4947AC8C6105}"/>
              </a:ext>
            </a:extLst>
          </p:cNvPr>
          <p:cNvSpPr>
            <a:spLocks noGrp="1"/>
          </p:cNvSpPr>
          <p:nvPr/>
        </p:nvSpPr>
        <p:spPr>
          <a:xfrm>
            <a:off x="6096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F4DAAC7-76DF-4ED3-BDFD-0BCBB3B1CA35}"/>
              </a:ext>
            </a:extLst>
          </p:cNvPr>
          <p:cNvSpPr>
            <a:spLocks noGrp="1"/>
          </p:cNvSpPr>
          <p:nvPr/>
        </p:nvSpPr>
        <p:spPr>
          <a:xfrm>
            <a:off x="6858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C143870-282B-49EC-A038-A2EA1AAF3F8C}"/>
              </a:ext>
            </a:extLst>
          </p:cNvPr>
          <p:cNvSpPr>
            <a:spLocks noGrp="1"/>
          </p:cNvSpPr>
          <p:nvPr/>
        </p:nvSpPr>
        <p:spPr>
          <a:xfrm>
            <a:off x="7620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E8D99C7-2FCD-4CE6-9EB7-CE965FEFDD64}"/>
              </a:ext>
            </a:extLst>
          </p:cNvPr>
          <p:cNvSpPr>
            <a:spLocks noGrp="1"/>
          </p:cNvSpPr>
          <p:nvPr/>
        </p:nvSpPr>
        <p:spPr>
          <a:xfrm>
            <a:off x="8382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6DBA88C-9418-46AE-A079-0CA4F81ADFDE}"/>
              </a:ext>
            </a:extLst>
          </p:cNvPr>
          <p:cNvSpPr>
            <a:spLocks noGrp="1"/>
          </p:cNvSpPr>
          <p:nvPr/>
        </p:nvSpPr>
        <p:spPr>
          <a:xfrm>
            <a:off x="9144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9B23BAD-2E45-4E07-AB26-9C3B332EFB64}"/>
              </a:ext>
            </a:extLst>
          </p:cNvPr>
          <p:cNvSpPr>
            <a:spLocks noGrp="1"/>
          </p:cNvSpPr>
          <p:nvPr/>
        </p:nvSpPr>
        <p:spPr>
          <a:xfrm>
            <a:off x="9906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19CE615-B11E-4871-812D-025CF84ABD05}"/>
              </a:ext>
            </a:extLst>
          </p:cNvPr>
          <p:cNvSpPr>
            <a:spLocks noGrp="1"/>
          </p:cNvSpPr>
          <p:nvPr/>
        </p:nvSpPr>
        <p:spPr>
          <a:xfrm>
            <a:off x="10668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C04C355-D078-4A12-8477-E0E31EC04C06}"/>
              </a:ext>
            </a:extLst>
          </p:cNvPr>
          <p:cNvSpPr>
            <a:spLocks noGrp="1"/>
          </p:cNvSpPr>
          <p:nvPr/>
        </p:nvSpPr>
        <p:spPr>
          <a:xfrm>
            <a:off x="11430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3AEEDC3-FD8B-42BC-9C32-635C05691D11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A5AF048-3F12-4167-8E55-C37F569C823F}"/>
              </a:ext>
            </a:extLst>
          </p:cNvPr>
          <p:cNvSpPr>
            <a:spLocks noGrp="1"/>
          </p:cNvSpPr>
          <p:nvPr/>
        </p:nvSpPr>
        <p:spPr>
          <a:xfrm>
            <a:off x="609600" y="2286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1BE1ED7-7E15-44DC-9E5B-56D820453D0B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E3FC908-97D0-4486-9D8E-21A57CDE3E6A}"/>
              </a:ext>
            </a:extLst>
          </p:cNvPr>
          <p:cNvSpPr>
            <a:spLocks noGrp="1"/>
          </p:cNvSpPr>
          <p:nvPr/>
        </p:nvSpPr>
        <p:spPr>
          <a:xfrm>
            <a:off x="609600" y="3810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F47E1E3-42C3-43A7-8FBF-9630B6FC4CF0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6A6D998-0814-4851-A333-6B264FBBFCEB}"/>
              </a:ext>
            </a:extLst>
          </p:cNvPr>
          <p:cNvSpPr>
            <a:spLocks noGrp="1"/>
          </p:cNvSpPr>
          <p:nvPr/>
        </p:nvSpPr>
        <p:spPr>
          <a:xfrm>
            <a:off x="609600" y="5334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1404B09-E1D4-43A4-A072-0DCC6AE56F9F}"/>
              </a:ext>
            </a:extLst>
          </p:cNvPr>
          <p:cNvSpPr>
            <a:spLocks noGrp="1"/>
          </p:cNvSpPr>
          <p:nvPr/>
        </p:nvSpPr>
        <p:spPr>
          <a:xfrm>
            <a:off x="609600" y="6096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256B084-7C32-49CB-B688-580CAEB6F259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rPr>
              <a:t>MEMORY OVERLOAD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1E5D1D9-3409-49E3-ACD4-2A43A6A492B0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8858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사진은 있지만, 원하는 기억은 찾기 어렵다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48DA418-23FF-4042-8EF8-283C8BDE890E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10972800" cy="12383"/>
          </a:xfrm>
          <a:prstGeom prst="rect">
            <a:avLst/>
          </a:prstGeom>
          <a:solidFill>
            <a:srgbClr val="D8D6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5F72F8A-D72D-4B19-921F-F9A2926E64E4}"/>
              </a:ext>
            </a:extLst>
          </p:cNvPr>
          <p:cNvSpPr>
            <a:spLocks noGrp="1"/>
          </p:cNvSpPr>
          <p:nvPr/>
        </p:nvSpPr>
        <p:spPr>
          <a:xfrm>
            <a:off x="11001375" y="34290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8C88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8C888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8D6BC53-25C1-4B36-8035-6D1648EBDFE5}"/>
              </a:ext>
            </a:extLst>
          </p:cNvPr>
          <p:cNvSpPr>
            <a:spLocks noGrp="1"/>
          </p:cNvSpPr>
          <p:nvPr/>
        </p:nvSpPr>
        <p:spPr>
          <a:xfrm>
            <a:off x="895350" y="1600200"/>
            <a:ext cx="110490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D2D0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ACA0757-E693-4046-9729-B2507069818A}"/>
              </a:ext>
            </a:extLst>
          </p:cNvPr>
          <p:cNvSpPr>
            <a:spLocks noGrp="1"/>
          </p:cNvSpPr>
          <p:nvPr/>
        </p:nvSpPr>
        <p:spPr>
          <a:xfrm>
            <a:off x="971550" y="1676400"/>
            <a:ext cx="952500" cy="514350"/>
          </a:xfrm>
          <a:prstGeom prst="rect">
            <a:avLst/>
          </a:prstGeom>
          <a:gradFill>
            <a:gsLst>
              <a:gs pos="0">
                <a:srgbClr val="EDEBE7"/>
              </a:gs>
              <a:gs pos="100000">
                <a:srgbClr val="D8D6D0"/>
              </a:gs>
            </a:gsLst>
            <a:lin ang="8100000"/>
          </a:gra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D4C2004-759D-4B63-A99C-C0E2077D903D}"/>
              </a:ext>
            </a:extLst>
          </p:cNvPr>
          <p:cNvSpPr>
            <a:spLocks noGrp="1"/>
          </p:cNvSpPr>
          <p:nvPr/>
        </p:nvSpPr>
        <p:spPr>
          <a:xfrm>
            <a:off x="990600" y="2228850"/>
            <a:ext cx="9144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25" b="0">
                <a:solidFill>
                  <a:srgbClr val="8C88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25" b="0">
                <a:solidFill>
                  <a:srgbClr val="8C8880"/>
                </a:solidFill>
                <a:latin typeface="Apple SD Gothic Neo"/>
                <a:ea typeface="Apple SD Gothic Neo"/>
                <a:cs typeface="Apple SD Gothic Neo"/>
              </a:rPr>
              <a:t>2009.04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A823A40-A333-4F66-9558-9EAC70BBBCDD}"/>
              </a:ext>
            </a:extLst>
          </p:cNvPr>
          <p:cNvSpPr>
            <a:spLocks noGrp="1"/>
          </p:cNvSpPr>
          <p:nvPr/>
        </p:nvSpPr>
        <p:spPr>
          <a:xfrm>
            <a:off x="2305050" y="1352550"/>
            <a:ext cx="8572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2D0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93D94C1-13A1-492F-8AF3-669A00E11D1A}"/>
              </a:ext>
            </a:extLst>
          </p:cNvPr>
          <p:cNvSpPr>
            <a:spLocks noGrp="1"/>
          </p:cNvSpPr>
          <p:nvPr/>
        </p:nvSpPr>
        <p:spPr>
          <a:xfrm>
            <a:off x="2381250" y="1428750"/>
            <a:ext cx="704850" cy="381000"/>
          </a:xfrm>
          <a:prstGeom prst="rect">
            <a:avLst/>
          </a:prstGeom>
          <a:gradFill>
            <a:gsLst>
              <a:gs pos="0">
                <a:srgbClr val="EDEBE7"/>
              </a:gs>
              <a:gs pos="100000">
                <a:srgbClr val="D8D6D0"/>
              </a:gs>
            </a:gsLst>
            <a:lin ang="8100000"/>
          </a:gra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98418ED-E6B7-414E-810B-34D880A2973E}"/>
              </a:ext>
            </a:extLst>
          </p:cNvPr>
          <p:cNvSpPr>
            <a:spLocks noGrp="1"/>
          </p:cNvSpPr>
          <p:nvPr/>
        </p:nvSpPr>
        <p:spPr>
          <a:xfrm>
            <a:off x="2400300" y="1847850"/>
            <a:ext cx="6667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25" b="0">
                <a:solidFill>
                  <a:srgbClr val="8C88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25" b="0">
                <a:solidFill>
                  <a:srgbClr val="8C8880"/>
                </a:solidFill>
                <a:latin typeface="Apple SD Gothic Neo"/>
                <a:ea typeface="Apple SD Gothic Neo"/>
                <a:cs typeface="Apple SD Gothic Neo"/>
              </a:rPr>
              <a:t>2014.11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46BF649-A457-4C90-A0A3-891CE7775EB4}"/>
              </a:ext>
            </a:extLst>
          </p:cNvPr>
          <p:cNvSpPr>
            <a:spLocks noGrp="1"/>
          </p:cNvSpPr>
          <p:nvPr/>
        </p:nvSpPr>
        <p:spPr>
          <a:xfrm>
            <a:off x="3476625" y="1200150"/>
            <a:ext cx="11620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2D0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C62E8C9-52B9-4DCF-A8B1-3A6A993BB5F2}"/>
              </a:ext>
            </a:extLst>
          </p:cNvPr>
          <p:cNvSpPr>
            <a:spLocks noGrp="1"/>
          </p:cNvSpPr>
          <p:nvPr/>
        </p:nvSpPr>
        <p:spPr>
          <a:xfrm>
            <a:off x="3552825" y="1276350"/>
            <a:ext cx="1009650" cy="438150"/>
          </a:xfrm>
          <a:prstGeom prst="rect">
            <a:avLst/>
          </a:prstGeom>
          <a:gradFill>
            <a:gsLst>
              <a:gs pos="0">
                <a:srgbClr val="EDEBE7"/>
              </a:gs>
              <a:gs pos="100000">
                <a:srgbClr val="D8D6D0"/>
              </a:gs>
            </a:gsLst>
            <a:lin ang="8100000"/>
          </a:gra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700790A-2B81-43FD-8B8D-25D4EC15CC77}"/>
              </a:ext>
            </a:extLst>
          </p:cNvPr>
          <p:cNvSpPr>
            <a:spLocks noGrp="1"/>
          </p:cNvSpPr>
          <p:nvPr/>
        </p:nvSpPr>
        <p:spPr>
          <a:xfrm>
            <a:off x="3571875" y="1752600"/>
            <a:ext cx="9715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25" b="0">
                <a:solidFill>
                  <a:srgbClr val="8C88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25" b="0">
                <a:solidFill>
                  <a:srgbClr val="8C8880"/>
                </a:solidFill>
                <a:latin typeface="Apple SD Gothic Neo"/>
                <a:ea typeface="Apple SD Gothic Neo"/>
                <a:cs typeface="Apple SD Gothic Neo"/>
              </a:rPr>
              <a:t>2018.05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D71D6B9-5A7D-4CD1-820C-CC5EF2135DC1}"/>
              </a:ext>
            </a:extLst>
          </p:cNvPr>
          <p:cNvSpPr>
            <a:spLocks noGrp="1"/>
          </p:cNvSpPr>
          <p:nvPr/>
        </p:nvSpPr>
        <p:spPr>
          <a:xfrm>
            <a:off x="7543800" y="1200150"/>
            <a:ext cx="10287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2D0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7D903C5C-5E3C-42BE-80F4-9CFE045C7FCB}"/>
              </a:ext>
            </a:extLst>
          </p:cNvPr>
          <p:cNvSpPr>
            <a:spLocks noGrp="1"/>
          </p:cNvSpPr>
          <p:nvPr/>
        </p:nvSpPr>
        <p:spPr>
          <a:xfrm>
            <a:off x="7620000" y="1276350"/>
            <a:ext cx="876300" cy="438150"/>
          </a:xfrm>
          <a:prstGeom prst="rect">
            <a:avLst/>
          </a:prstGeom>
          <a:gradFill>
            <a:gsLst>
              <a:gs pos="0">
                <a:srgbClr val="EDEBE7"/>
              </a:gs>
              <a:gs pos="100000">
                <a:srgbClr val="D8D6D0"/>
              </a:gs>
            </a:gsLst>
            <a:lin ang="8100000"/>
          </a:gra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A2BB3AD3-011A-4F58-8EBA-24D28C752010}"/>
              </a:ext>
            </a:extLst>
          </p:cNvPr>
          <p:cNvSpPr>
            <a:spLocks noGrp="1"/>
          </p:cNvSpPr>
          <p:nvPr/>
        </p:nvSpPr>
        <p:spPr>
          <a:xfrm>
            <a:off x="7639050" y="1752600"/>
            <a:ext cx="8382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25" b="0">
                <a:solidFill>
                  <a:srgbClr val="8C88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25" b="0">
                <a:solidFill>
                  <a:srgbClr val="8C8880"/>
                </a:solidFill>
                <a:latin typeface="Apple SD Gothic Neo"/>
                <a:ea typeface="Apple SD Gothic Neo"/>
                <a:cs typeface="Apple SD Gothic Neo"/>
              </a:rPr>
              <a:t>2020.07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F0E9476-5408-428D-9B41-617B9BD2DA9C}"/>
              </a:ext>
            </a:extLst>
          </p:cNvPr>
          <p:cNvSpPr>
            <a:spLocks noGrp="1"/>
          </p:cNvSpPr>
          <p:nvPr/>
        </p:nvSpPr>
        <p:spPr>
          <a:xfrm>
            <a:off x="8858250" y="1200150"/>
            <a:ext cx="12192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2D0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9E97D29D-7996-47C7-B6BA-01A7DCC8E39E}"/>
              </a:ext>
            </a:extLst>
          </p:cNvPr>
          <p:cNvSpPr>
            <a:spLocks noGrp="1"/>
          </p:cNvSpPr>
          <p:nvPr/>
        </p:nvSpPr>
        <p:spPr>
          <a:xfrm>
            <a:off x="8934450" y="1276350"/>
            <a:ext cx="1066800" cy="476250"/>
          </a:xfrm>
          <a:prstGeom prst="rect">
            <a:avLst/>
          </a:prstGeom>
          <a:gradFill>
            <a:gsLst>
              <a:gs pos="0">
                <a:srgbClr val="EDEBE7"/>
              </a:gs>
              <a:gs pos="100000">
                <a:srgbClr val="D8D6D0"/>
              </a:gs>
            </a:gsLst>
            <a:lin ang="8100000"/>
          </a:gra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6CCFEECC-69F4-4023-B2FE-DB589FD8D1B4}"/>
              </a:ext>
            </a:extLst>
          </p:cNvPr>
          <p:cNvSpPr>
            <a:spLocks noGrp="1"/>
          </p:cNvSpPr>
          <p:nvPr/>
        </p:nvSpPr>
        <p:spPr>
          <a:xfrm>
            <a:off x="8953500" y="1790700"/>
            <a:ext cx="10287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25" b="0">
                <a:solidFill>
                  <a:srgbClr val="8C88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25" b="0">
                <a:solidFill>
                  <a:srgbClr val="8C8880"/>
                </a:solidFill>
                <a:latin typeface="Apple SD Gothic Neo"/>
                <a:ea typeface="Apple SD Gothic Neo"/>
                <a:cs typeface="Apple SD Gothic Neo"/>
              </a:rPr>
              <a:t>2023.09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98B6E2D-817E-40A2-B587-1884A600589C}"/>
              </a:ext>
            </a:extLst>
          </p:cNvPr>
          <p:cNvSpPr>
            <a:spLocks noGrp="1"/>
          </p:cNvSpPr>
          <p:nvPr/>
        </p:nvSpPr>
        <p:spPr>
          <a:xfrm>
            <a:off x="10382250" y="1571625"/>
            <a:ext cx="8953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2D0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54F309F3-9ED5-4AAE-BA1B-EBE9F7656B98}"/>
              </a:ext>
            </a:extLst>
          </p:cNvPr>
          <p:cNvSpPr>
            <a:spLocks noGrp="1"/>
          </p:cNvSpPr>
          <p:nvPr/>
        </p:nvSpPr>
        <p:spPr>
          <a:xfrm>
            <a:off x="10458450" y="1647825"/>
            <a:ext cx="742950" cy="381000"/>
          </a:xfrm>
          <a:prstGeom prst="rect">
            <a:avLst/>
          </a:prstGeom>
          <a:gradFill>
            <a:gsLst>
              <a:gs pos="0">
                <a:srgbClr val="EDEBE7"/>
              </a:gs>
              <a:gs pos="100000">
                <a:srgbClr val="D8D6D0"/>
              </a:gs>
            </a:gsLst>
            <a:lin ang="8100000"/>
          </a:gra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685C4513-0DBE-4D20-98A4-5093A0816C3C}"/>
              </a:ext>
            </a:extLst>
          </p:cNvPr>
          <p:cNvSpPr>
            <a:spLocks noGrp="1"/>
          </p:cNvSpPr>
          <p:nvPr/>
        </p:nvSpPr>
        <p:spPr>
          <a:xfrm>
            <a:off x="10477500" y="2066925"/>
            <a:ext cx="7048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25" b="0">
                <a:solidFill>
                  <a:srgbClr val="8C88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25" b="0">
                <a:solidFill>
                  <a:srgbClr val="8C8880"/>
                </a:solidFill>
                <a:latin typeface="Apple SD Gothic Neo"/>
                <a:ea typeface="Apple SD Gothic Neo"/>
                <a:cs typeface="Apple SD Gothic Neo"/>
              </a:rPr>
              <a:t>2024.01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D20DE0D-41D1-4BC3-9A0B-1675A6B8DDEE}"/>
              </a:ext>
            </a:extLst>
          </p:cNvPr>
          <p:cNvSpPr>
            <a:spLocks noGrp="1"/>
          </p:cNvSpPr>
          <p:nvPr/>
        </p:nvSpPr>
        <p:spPr>
          <a:xfrm>
            <a:off x="971550" y="4419600"/>
            <a:ext cx="9525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2D0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1E0DA7E-A7B0-4422-BF25-64BDEB5F116D}"/>
              </a:ext>
            </a:extLst>
          </p:cNvPr>
          <p:cNvSpPr>
            <a:spLocks noGrp="1"/>
          </p:cNvSpPr>
          <p:nvPr/>
        </p:nvSpPr>
        <p:spPr>
          <a:xfrm>
            <a:off x="1047750" y="4495800"/>
            <a:ext cx="800100" cy="438150"/>
          </a:xfrm>
          <a:prstGeom prst="rect">
            <a:avLst/>
          </a:prstGeom>
          <a:gradFill>
            <a:gsLst>
              <a:gs pos="0">
                <a:srgbClr val="EDEBE7"/>
              </a:gs>
              <a:gs pos="100000">
                <a:srgbClr val="D8D6D0"/>
              </a:gs>
            </a:gsLst>
            <a:lin ang="8100000"/>
          </a:gra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038636E-C98D-4A50-8D75-3DE1454B3936}"/>
              </a:ext>
            </a:extLst>
          </p:cNvPr>
          <p:cNvSpPr>
            <a:spLocks noGrp="1"/>
          </p:cNvSpPr>
          <p:nvPr/>
        </p:nvSpPr>
        <p:spPr>
          <a:xfrm>
            <a:off x="1066800" y="4972050"/>
            <a:ext cx="7620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25" b="0">
                <a:solidFill>
                  <a:srgbClr val="8C88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25" b="0">
                <a:solidFill>
                  <a:srgbClr val="8C8880"/>
                </a:solidFill>
                <a:latin typeface="Apple SD Gothic Neo"/>
                <a:ea typeface="Apple SD Gothic Neo"/>
                <a:cs typeface="Apple SD Gothic Neo"/>
              </a:rPr>
              <a:t>2011.08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36F68A0D-5918-4F9C-BC2D-13FCF47BA3F5}"/>
              </a:ext>
            </a:extLst>
          </p:cNvPr>
          <p:cNvSpPr>
            <a:spLocks noGrp="1"/>
          </p:cNvSpPr>
          <p:nvPr/>
        </p:nvSpPr>
        <p:spPr>
          <a:xfrm>
            <a:off x="2238375" y="4838700"/>
            <a:ext cx="116205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D2D0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8949A395-4C4E-4C25-BFD2-48618E9B4543}"/>
              </a:ext>
            </a:extLst>
          </p:cNvPr>
          <p:cNvSpPr>
            <a:spLocks noGrp="1"/>
          </p:cNvSpPr>
          <p:nvPr/>
        </p:nvSpPr>
        <p:spPr>
          <a:xfrm>
            <a:off x="2314575" y="4914900"/>
            <a:ext cx="1009650" cy="552450"/>
          </a:xfrm>
          <a:prstGeom prst="rect">
            <a:avLst/>
          </a:prstGeom>
          <a:gradFill>
            <a:gsLst>
              <a:gs pos="0">
                <a:srgbClr val="EDEBE7"/>
              </a:gs>
              <a:gs pos="100000">
                <a:srgbClr val="D8D6D0"/>
              </a:gs>
            </a:gsLst>
            <a:lin ang="8100000"/>
          </a:gra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64CAAB90-A68C-43AB-99A7-076C0E26AEE3}"/>
              </a:ext>
            </a:extLst>
          </p:cNvPr>
          <p:cNvSpPr>
            <a:spLocks noGrp="1"/>
          </p:cNvSpPr>
          <p:nvPr/>
        </p:nvSpPr>
        <p:spPr>
          <a:xfrm>
            <a:off x="2333625" y="5505450"/>
            <a:ext cx="9715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25" b="0">
                <a:solidFill>
                  <a:srgbClr val="8C88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25" b="0">
                <a:solidFill>
                  <a:srgbClr val="8C8880"/>
                </a:solidFill>
                <a:latin typeface="Apple SD Gothic Neo"/>
                <a:ea typeface="Apple SD Gothic Neo"/>
                <a:cs typeface="Apple SD Gothic Neo"/>
              </a:rPr>
              <a:t>2017.03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B9694994-C53B-4DF4-B453-CD67BB8B0E55}"/>
              </a:ext>
            </a:extLst>
          </p:cNvPr>
          <p:cNvSpPr>
            <a:spLocks noGrp="1"/>
          </p:cNvSpPr>
          <p:nvPr/>
        </p:nvSpPr>
        <p:spPr>
          <a:xfrm>
            <a:off x="3714750" y="4610100"/>
            <a:ext cx="93345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2D0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C2F152D6-1D81-4C19-B64F-E4CA67BD8EC9}"/>
              </a:ext>
            </a:extLst>
          </p:cNvPr>
          <p:cNvSpPr>
            <a:spLocks noGrp="1"/>
          </p:cNvSpPr>
          <p:nvPr/>
        </p:nvSpPr>
        <p:spPr>
          <a:xfrm>
            <a:off x="3790950" y="4686300"/>
            <a:ext cx="781050" cy="419100"/>
          </a:xfrm>
          <a:prstGeom prst="rect">
            <a:avLst/>
          </a:prstGeom>
          <a:gradFill>
            <a:gsLst>
              <a:gs pos="0">
                <a:srgbClr val="EDEBE7"/>
              </a:gs>
              <a:gs pos="100000">
                <a:srgbClr val="D8D6D0"/>
              </a:gs>
            </a:gsLst>
            <a:lin ang="8100000"/>
          </a:gra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1D3035D-A00E-4045-BB8D-0771B7045FE0}"/>
              </a:ext>
            </a:extLst>
          </p:cNvPr>
          <p:cNvSpPr>
            <a:spLocks noGrp="1"/>
          </p:cNvSpPr>
          <p:nvPr/>
        </p:nvSpPr>
        <p:spPr>
          <a:xfrm>
            <a:off x="3810000" y="5143500"/>
            <a:ext cx="7429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25" b="0">
                <a:solidFill>
                  <a:srgbClr val="8C88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25" b="0">
                <a:solidFill>
                  <a:srgbClr val="8C8880"/>
                </a:solidFill>
                <a:latin typeface="Apple SD Gothic Neo"/>
                <a:ea typeface="Apple SD Gothic Neo"/>
                <a:cs typeface="Apple SD Gothic Neo"/>
              </a:rPr>
              <a:t>2021.12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F5394BAE-299B-4E21-AF6B-6E84844B2974}"/>
              </a:ext>
            </a:extLst>
          </p:cNvPr>
          <p:cNvSpPr>
            <a:spLocks noGrp="1"/>
          </p:cNvSpPr>
          <p:nvPr/>
        </p:nvSpPr>
        <p:spPr>
          <a:xfrm>
            <a:off x="7572375" y="4686300"/>
            <a:ext cx="110490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D2D0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2A87547B-2508-45E5-91BC-8D74B65077D2}"/>
              </a:ext>
            </a:extLst>
          </p:cNvPr>
          <p:cNvSpPr>
            <a:spLocks noGrp="1"/>
          </p:cNvSpPr>
          <p:nvPr/>
        </p:nvSpPr>
        <p:spPr>
          <a:xfrm>
            <a:off x="7648575" y="4762500"/>
            <a:ext cx="952500" cy="514350"/>
          </a:xfrm>
          <a:prstGeom prst="rect">
            <a:avLst/>
          </a:prstGeom>
          <a:gradFill>
            <a:gsLst>
              <a:gs pos="0">
                <a:srgbClr val="EDEBE7"/>
              </a:gs>
              <a:gs pos="100000">
                <a:srgbClr val="D8D6D0"/>
              </a:gs>
            </a:gsLst>
            <a:lin ang="8100000"/>
          </a:gra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DC567CF2-EA01-430B-8ED1-F39BC1DC2177}"/>
              </a:ext>
            </a:extLst>
          </p:cNvPr>
          <p:cNvSpPr>
            <a:spLocks noGrp="1"/>
          </p:cNvSpPr>
          <p:nvPr/>
        </p:nvSpPr>
        <p:spPr>
          <a:xfrm>
            <a:off x="7667625" y="5314950"/>
            <a:ext cx="9144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25" b="0">
                <a:solidFill>
                  <a:srgbClr val="8C88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25" b="0">
                <a:solidFill>
                  <a:srgbClr val="8C8880"/>
                </a:solidFill>
                <a:latin typeface="Apple SD Gothic Neo"/>
                <a:ea typeface="Apple SD Gothic Neo"/>
                <a:cs typeface="Apple SD Gothic Neo"/>
              </a:rPr>
              <a:t>2,438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810C61A0-CB98-445F-BFF7-D0CAF74E7BB2}"/>
              </a:ext>
            </a:extLst>
          </p:cNvPr>
          <p:cNvSpPr>
            <a:spLocks noGrp="1"/>
          </p:cNvSpPr>
          <p:nvPr/>
        </p:nvSpPr>
        <p:spPr>
          <a:xfrm>
            <a:off x="9048750" y="4514850"/>
            <a:ext cx="12192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2D0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11CB6BB0-D3DC-46B9-866B-FA3004851C01}"/>
              </a:ext>
            </a:extLst>
          </p:cNvPr>
          <p:cNvSpPr>
            <a:spLocks noGrp="1"/>
          </p:cNvSpPr>
          <p:nvPr/>
        </p:nvSpPr>
        <p:spPr>
          <a:xfrm>
            <a:off x="9124950" y="4591050"/>
            <a:ext cx="1066800" cy="571500"/>
          </a:xfrm>
          <a:prstGeom prst="rect">
            <a:avLst/>
          </a:prstGeom>
          <a:gradFill>
            <a:gsLst>
              <a:gs pos="0">
                <a:srgbClr val="EDEBE7"/>
              </a:gs>
              <a:gs pos="100000">
                <a:srgbClr val="D8D6D0"/>
              </a:gs>
            </a:gsLst>
            <a:lin ang="8100000"/>
          </a:gra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766005A5-D03C-45BD-86FA-110C76DC1FF0}"/>
              </a:ext>
            </a:extLst>
          </p:cNvPr>
          <p:cNvSpPr>
            <a:spLocks noGrp="1"/>
          </p:cNvSpPr>
          <p:nvPr/>
        </p:nvSpPr>
        <p:spPr>
          <a:xfrm>
            <a:off x="9144000" y="5200650"/>
            <a:ext cx="10287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25" b="0">
                <a:solidFill>
                  <a:srgbClr val="8C88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25" b="0">
                <a:solidFill>
                  <a:srgbClr val="8C8880"/>
                </a:solidFill>
                <a:latin typeface="Apple SD Gothic Neo"/>
                <a:ea typeface="Apple SD Gothic Neo"/>
                <a:cs typeface="Apple SD Gothic Neo"/>
              </a:rPr>
              <a:t>2022.06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A110F5E2-3737-4300-8C8D-91AD087EB16C}"/>
              </a:ext>
            </a:extLst>
          </p:cNvPr>
          <p:cNvSpPr>
            <a:spLocks noGrp="1"/>
          </p:cNvSpPr>
          <p:nvPr/>
        </p:nvSpPr>
        <p:spPr>
          <a:xfrm>
            <a:off x="10525125" y="4810125"/>
            <a:ext cx="8382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D2D0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732EB9B5-61F6-407D-A60F-71F6D53A63D7}"/>
              </a:ext>
            </a:extLst>
          </p:cNvPr>
          <p:cNvSpPr>
            <a:spLocks noGrp="1"/>
          </p:cNvSpPr>
          <p:nvPr/>
        </p:nvSpPr>
        <p:spPr>
          <a:xfrm>
            <a:off x="10601325" y="4886325"/>
            <a:ext cx="685800" cy="323850"/>
          </a:xfrm>
          <a:prstGeom prst="rect">
            <a:avLst/>
          </a:prstGeom>
          <a:gradFill>
            <a:gsLst>
              <a:gs pos="0">
                <a:srgbClr val="EDEBE7"/>
              </a:gs>
              <a:gs pos="100000">
                <a:srgbClr val="D8D6D0"/>
              </a:gs>
            </a:gsLst>
            <a:lin ang="8100000"/>
          </a:gra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64B53A6E-AA11-4D24-9E20-4038EF1CB624}"/>
              </a:ext>
            </a:extLst>
          </p:cNvPr>
          <p:cNvSpPr>
            <a:spLocks noGrp="1"/>
          </p:cNvSpPr>
          <p:nvPr/>
        </p:nvSpPr>
        <p:spPr>
          <a:xfrm>
            <a:off x="10620375" y="5248275"/>
            <a:ext cx="6477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25" b="0">
                <a:solidFill>
                  <a:srgbClr val="8C88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25" b="0">
                <a:solidFill>
                  <a:srgbClr val="8C8880"/>
                </a:solidFill>
                <a:latin typeface="Apple SD Gothic Neo"/>
                <a:ea typeface="Apple SD Gothic Neo"/>
                <a:cs typeface="Apple SD Gothic Neo"/>
              </a:rPr>
              <a:t>2016.02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D78B58E2-72DC-4277-8AE3-EDCD37771263}"/>
              </a:ext>
            </a:extLst>
          </p:cNvPr>
          <p:cNvSpPr>
            <a:spLocks noGrp="1"/>
          </p:cNvSpPr>
          <p:nvPr/>
        </p:nvSpPr>
        <p:spPr>
          <a:xfrm>
            <a:off x="1771650" y="2895600"/>
            <a:ext cx="8620125" cy="9525"/>
          </a:xfrm>
          <a:prstGeom prst="rect">
            <a:avLst/>
          </a:prstGeom>
          <a:solidFill>
            <a:srgbClr val="D8D6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34E21BA8-BCFC-45F3-B5B3-E609C4D4C5A4}"/>
              </a:ext>
            </a:extLst>
          </p:cNvPr>
          <p:cNvSpPr>
            <a:spLocks noGrp="1"/>
          </p:cNvSpPr>
          <p:nvPr/>
        </p:nvSpPr>
        <p:spPr>
          <a:xfrm>
            <a:off x="2838450" y="2038350"/>
            <a:ext cx="651510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3C309977-EEF1-46F7-9772-1021D9B13130}"/>
              </a:ext>
            </a:extLst>
          </p:cNvPr>
          <p:cNvSpPr>
            <a:spLocks noGrp="1"/>
          </p:cNvSpPr>
          <p:nvPr/>
        </p:nvSpPr>
        <p:spPr>
          <a:xfrm>
            <a:off x="3219450" y="2343150"/>
            <a:ext cx="57531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325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rPr>
              <a:t>10년 전?    5년 전?    1년 전?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92D95025-C695-45FC-93CF-18D17E9033B4}"/>
              </a:ext>
            </a:extLst>
          </p:cNvPr>
          <p:cNvSpPr>
            <a:spLocks noGrp="1"/>
          </p:cNvSpPr>
          <p:nvPr/>
        </p:nvSpPr>
        <p:spPr>
          <a:xfrm>
            <a:off x="3219450" y="3143250"/>
            <a:ext cx="57531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7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여러분은 작년 이맘때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36713474-D3F7-42FD-9631-0A63642EFDBD}"/>
              </a:ext>
            </a:extLst>
          </p:cNvPr>
          <p:cNvSpPr>
            <a:spLocks noGrp="1"/>
          </p:cNvSpPr>
          <p:nvPr/>
        </p:nvSpPr>
        <p:spPr>
          <a:xfrm>
            <a:off x="3219450" y="3714750"/>
            <a:ext cx="57531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7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누구와 어디 있었나요?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9A582110-1917-46DF-8978-3C39302D9B7C}"/>
              </a:ext>
            </a:extLst>
          </p:cNvPr>
          <p:cNvSpPr>
            <a:spLocks noGrp="1"/>
          </p:cNvSpPr>
          <p:nvPr/>
        </p:nvSpPr>
        <p:spPr>
          <a:xfrm>
            <a:off x="3219450" y="4429125"/>
            <a:ext cx="5753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555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5524D"/>
                </a:solidFill>
                <a:latin typeface="Apple SD Gothic Neo"/>
                <a:ea typeface="Apple SD Gothic Neo"/>
                <a:cs typeface="Apple SD Gothic Neo"/>
              </a:rPr>
              <a:t>사진의 양은 충분하지만, 맥락의 색인은 부족합니다.</a:t>
            </a:r>
          </a:p>
        </p:txBody>
      </p:sp>
    </p:spTree>
    <p:extLst>
      <p:ext uri="{BB962C8B-B14F-4D97-AF65-F5344CB8AC3E}">
        <p14:creationId xmlns:p14="http://schemas.microsoft.com/office/powerpoint/2010/main" val="842121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직사각형 53">
            <a:extLst>
              <a:ext uri="{FF2B5EF4-FFF2-40B4-BE49-F238E27FC236}">
                <a16:creationId xmlns:a16="http://schemas.microsoft.com/office/drawing/2014/main" id="{9B30E3CE-C3F2-4ADC-BC47-01E0B305446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1719F7C-7795-4BAF-9858-E39AA4CA06BD}"/>
              </a:ext>
            </a:extLst>
          </p:cNvPr>
          <p:cNvSpPr>
            <a:spLocks noGrp="1"/>
          </p:cNvSpPr>
          <p:nvPr/>
        </p:nvSpPr>
        <p:spPr>
          <a:xfrm>
            <a:off x="762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DD5D146-112D-49B1-8719-43E9ED557F4D}"/>
              </a:ext>
            </a:extLst>
          </p:cNvPr>
          <p:cNvSpPr>
            <a:spLocks noGrp="1"/>
          </p:cNvSpPr>
          <p:nvPr/>
        </p:nvSpPr>
        <p:spPr>
          <a:xfrm>
            <a:off x="1524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D5C0D4D-F2DE-4F05-8448-ACBD0891FFB2}"/>
              </a:ext>
            </a:extLst>
          </p:cNvPr>
          <p:cNvSpPr>
            <a:spLocks noGrp="1"/>
          </p:cNvSpPr>
          <p:nvPr/>
        </p:nvSpPr>
        <p:spPr>
          <a:xfrm>
            <a:off x="2286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E866FC2-4AC3-4731-8BC2-DB1A5A7B8846}"/>
              </a:ext>
            </a:extLst>
          </p:cNvPr>
          <p:cNvSpPr>
            <a:spLocks noGrp="1"/>
          </p:cNvSpPr>
          <p:nvPr/>
        </p:nvSpPr>
        <p:spPr>
          <a:xfrm>
            <a:off x="3048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8974BF4-846B-4C76-82DB-F2A6577F2F5A}"/>
              </a:ext>
            </a:extLst>
          </p:cNvPr>
          <p:cNvSpPr>
            <a:spLocks noGrp="1"/>
          </p:cNvSpPr>
          <p:nvPr/>
        </p:nvSpPr>
        <p:spPr>
          <a:xfrm>
            <a:off x="3810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77D8DDD-2EFB-40E1-AC4F-748E41CCAEA5}"/>
              </a:ext>
            </a:extLst>
          </p:cNvPr>
          <p:cNvSpPr>
            <a:spLocks noGrp="1"/>
          </p:cNvSpPr>
          <p:nvPr/>
        </p:nvSpPr>
        <p:spPr>
          <a:xfrm>
            <a:off x="4572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AA7A32E-2FBD-47E8-B036-94DA40F875D8}"/>
              </a:ext>
            </a:extLst>
          </p:cNvPr>
          <p:cNvSpPr>
            <a:spLocks noGrp="1"/>
          </p:cNvSpPr>
          <p:nvPr/>
        </p:nvSpPr>
        <p:spPr>
          <a:xfrm>
            <a:off x="5334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DA3D54C-3F89-4B6C-9072-F5793B7EEFCC}"/>
              </a:ext>
            </a:extLst>
          </p:cNvPr>
          <p:cNvSpPr>
            <a:spLocks noGrp="1"/>
          </p:cNvSpPr>
          <p:nvPr/>
        </p:nvSpPr>
        <p:spPr>
          <a:xfrm>
            <a:off x="6096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088AB18-7880-498D-9916-551E0A12E203}"/>
              </a:ext>
            </a:extLst>
          </p:cNvPr>
          <p:cNvSpPr>
            <a:spLocks noGrp="1"/>
          </p:cNvSpPr>
          <p:nvPr/>
        </p:nvSpPr>
        <p:spPr>
          <a:xfrm>
            <a:off x="6858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2D2B740-1120-4BA1-A80A-181E30B70162}"/>
              </a:ext>
            </a:extLst>
          </p:cNvPr>
          <p:cNvSpPr>
            <a:spLocks noGrp="1"/>
          </p:cNvSpPr>
          <p:nvPr/>
        </p:nvSpPr>
        <p:spPr>
          <a:xfrm>
            <a:off x="7620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7582758-8377-460C-8C59-F6A7CA1B1D6E}"/>
              </a:ext>
            </a:extLst>
          </p:cNvPr>
          <p:cNvSpPr>
            <a:spLocks noGrp="1"/>
          </p:cNvSpPr>
          <p:nvPr/>
        </p:nvSpPr>
        <p:spPr>
          <a:xfrm>
            <a:off x="8382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6E10950-F5F3-45E9-BB88-6266FD1F0B3F}"/>
              </a:ext>
            </a:extLst>
          </p:cNvPr>
          <p:cNvSpPr>
            <a:spLocks noGrp="1"/>
          </p:cNvSpPr>
          <p:nvPr/>
        </p:nvSpPr>
        <p:spPr>
          <a:xfrm>
            <a:off x="9144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A13E4FD-FE5D-4187-AE61-8256C415402D}"/>
              </a:ext>
            </a:extLst>
          </p:cNvPr>
          <p:cNvSpPr>
            <a:spLocks noGrp="1"/>
          </p:cNvSpPr>
          <p:nvPr/>
        </p:nvSpPr>
        <p:spPr>
          <a:xfrm>
            <a:off x="9906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E4FABE0-5F22-4DE1-A6BF-F66A410B8C4C}"/>
              </a:ext>
            </a:extLst>
          </p:cNvPr>
          <p:cNvSpPr>
            <a:spLocks noGrp="1"/>
          </p:cNvSpPr>
          <p:nvPr/>
        </p:nvSpPr>
        <p:spPr>
          <a:xfrm>
            <a:off x="10668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811FAC0-0306-48DB-9DE1-8D6FB12BAFE0}"/>
              </a:ext>
            </a:extLst>
          </p:cNvPr>
          <p:cNvSpPr>
            <a:spLocks noGrp="1"/>
          </p:cNvSpPr>
          <p:nvPr/>
        </p:nvSpPr>
        <p:spPr>
          <a:xfrm>
            <a:off x="11430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4DDFB8B-92DC-4C4A-9151-7A4D299A1D84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93699CB-656F-46F3-9BF0-8823F7065960}"/>
              </a:ext>
            </a:extLst>
          </p:cNvPr>
          <p:cNvSpPr>
            <a:spLocks noGrp="1"/>
          </p:cNvSpPr>
          <p:nvPr/>
        </p:nvSpPr>
        <p:spPr>
          <a:xfrm>
            <a:off x="609600" y="2286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2D782DA-2DE2-4463-A69B-520965B272B7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39DFE83-2029-416A-8924-74959F1D8BB5}"/>
              </a:ext>
            </a:extLst>
          </p:cNvPr>
          <p:cNvSpPr>
            <a:spLocks noGrp="1"/>
          </p:cNvSpPr>
          <p:nvPr/>
        </p:nvSpPr>
        <p:spPr>
          <a:xfrm>
            <a:off x="609600" y="3810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FDBF57D-49A5-4E73-BB0F-5C00EA415D6A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3AC9158-17EE-4D9F-8DC1-C88E1EAC918E}"/>
              </a:ext>
            </a:extLst>
          </p:cNvPr>
          <p:cNvSpPr>
            <a:spLocks noGrp="1"/>
          </p:cNvSpPr>
          <p:nvPr/>
        </p:nvSpPr>
        <p:spPr>
          <a:xfrm>
            <a:off x="609600" y="5334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AAD8C6C-C4C2-4402-8DC5-381F01074686}"/>
              </a:ext>
            </a:extLst>
          </p:cNvPr>
          <p:cNvSpPr>
            <a:spLocks noGrp="1"/>
          </p:cNvSpPr>
          <p:nvPr/>
        </p:nvSpPr>
        <p:spPr>
          <a:xfrm>
            <a:off x="609600" y="6096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3C31A6E-80EB-410B-BCC4-5B27D1CA7364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rPr>
              <a:t>CURRENT GAP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F2347FF-F636-456A-A6D1-CD56CD92EB7E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8858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갤러리와 캘린더는 같은 기억으로 연결되지 않는다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6E1BFB0-A9EA-46CD-9017-6858086CFD19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10972800" cy="12383"/>
          </a:xfrm>
          <a:prstGeom prst="rect">
            <a:avLst/>
          </a:prstGeom>
          <a:solidFill>
            <a:srgbClr val="D8D6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BC87DF7-7D67-4D84-9412-B1C7635A3F03}"/>
              </a:ext>
            </a:extLst>
          </p:cNvPr>
          <p:cNvSpPr>
            <a:spLocks noGrp="1"/>
          </p:cNvSpPr>
          <p:nvPr/>
        </p:nvSpPr>
        <p:spPr>
          <a:xfrm>
            <a:off x="11001375" y="34290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8C88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8C8880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C20A7A6-F3B6-4DBC-972D-364D51C937F0}"/>
              </a:ext>
            </a:extLst>
          </p:cNvPr>
          <p:cNvSpPr>
            <a:spLocks noGrp="1"/>
          </p:cNvSpPr>
          <p:nvPr/>
        </p:nvSpPr>
        <p:spPr>
          <a:xfrm>
            <a:off x="762000" y="1619250"/>
            <a:ext cx="3000375" cy="3714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4E5A712-3162-4B81-999E-0A023B9323EC}"/>
              </a:ext>
            </a:extLst>
          </p:cNvPr>
          <p:cNvSpPr>
            <a:spLocks noGrp="1"/>
          </p:cNvSpPr>
          <p:nvPr/>
        </p:nvSpPr>
        <p:spPr>
          <a:xfrm>
            <a:off x="4591050" y="1428750"/>
            <a:ext cx="3009900" cy="4095750"/>
          </a:xfrm>
          <a:prstGeom prst="rect">
            <a:avLst/>
          </a:prstGeom>
          <a:solidFill>
            <a:srgbClr val="F7F6F3"/>
          </a:solidFill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68145EF-FBBE-4160-9A64-71620B4D33FE}"/>
              </a:ext>
            </a:extLst>
          </p:cNvPr>
          <p:cNvSpPr>
            <a:spLocks noGrp="1"/>
          </p:cNvSpPr>
          <p:nvPr/>
        </p:nvSpPr>
        <p:spPr>
          <a:xfrm>
            <a:off x="8429625" y="1619250"/>
            <a:ext cx="3000375" cy="3714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1" name="그래픽 3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04900" y="1905000"/>
            <a:ext cx="323850" cy="323850"/>
          </a:xfrm>
          <a:prstGeom prst="rect">
            <a:avLst/>
          </a:prstGeom>
        </p:spPr>
      </p:pic>
      <p:pic>
        <p:nvPicPr>
          <p:cNvPr id="32" name="그래픽 3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8772525" y="1905000"/>
            <a:ext cx="323850" cy="323850"/>
          </a:xfrm>
          <a:prstGeom prst="rect">
            <a:avLst/>
          </a:prstGeom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C341C401-9470-47C4-9B2E-FE1C3B42E202}"/>
              </a:ext>
            </a:extLst>
          </p:cNvPr>
          <p:cNvSpPr>
            <a:spLocks noGrp="1"/>
          </p:cNvSpPr>
          <p:nvPr/>
        </p:nvSpPr>
        <p:spPr>
          <a:xfrm>
            <a:off x="1571625" y="1905000"/>
            <a:ext cx="17621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갤러리 앱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FB0839A-C153-4AC1-B6FE-8808ADA6D819}"/>
              </a:ext>
            </a:extLst>
          </p:cNvPr>
          <p:cNvSpPr>
            <a:spLocks noGrp="1"/>
          </p:cNvSpPr>
          <p:nvPr/>
        </p:nvSpPr>
        <p:spPr>
          <a:xfrm>
            <a:off x="9239250" y="1905000"/>
            <a:ext cx="17621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캘린더 앱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C00CE04-B446-4EA6-AF19-77145C8401DE}"/>
              </a:ext>
            </a:extLst>
          </p:cNvPr>
          <p:cNvSpPr>
            <a:spLocks noGrp="1"/>
          </p:cNvSpPr>
          <p:nvPr/>
        </p:nvSpPr>
        <p:spPr>
          <a:xfrm>
            <a:off x="1066800" y="268605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rPr>
              <a:t>보유 데이터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B005394-8358-4F6A-9982-CFB5E4E1618E}"/>
              </a:ext>
            </a:extLst>
          </p:cNvPr>
          <p:cNvSpPr>
            <a:spLocks noGrp="1"/>
          </p:cNvSpPr>
          <p:nvPr/>
        </p:nvSpPr>
        <p:spPr>
          <a:xfrm>
            <a:off x="1066800" y="2971800"/>
            <a:ext cx="2190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사진 파일</a:t>
            </a:r>
          </a:p>
          <a:p>
            <a:pPr algn="l">
              <a:defRPr sz="1500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촬영 날짜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5942F4F-B276-4C91-A59A-8B5710492758}"/>
              </a:ext>
            </a:extLst>
          </p:cNvPr>
          <p:cNvSpPr>
            <a:spLocks noGrp="1"/>
          </p:cNvSpPr>
          <p:nvPr/>
        </p:nvSpPr>
        <p:spPr>
          <a:xfrm>
            <a:off x="1066800" y="40386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8A15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8A1538"/>
                </a:solidFill>
                <a:latin typeface="Apple SD Gothic Neo"/>
                <a:ea typeface="Apple SD Gothic Neo"/>
                <a:cs typeface="Apple SD Gothic Neo"/>
              </a:rPr>
              <a:t>누락 맥락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891C076-52C4-4F84-87C1-7F6634E7FAC6}"/>
              </a:ext>
            </a:extLst>
          </p:cNvPr>
          <p:cNvSpPr>
            <a:spLocks noGrp="1"/>
          </p:cNvSpPr>
          <p:nvPr/>
        </p:nvSpPr>
        <p:spPr>
          <a:xfrm>
            <a:off x="1066800" y="4324350"/>
            <a:ext cx="2286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8A15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8A1538"/>
                </a:solidFill>
                <a:latin typeface="Apple SD Gothic Neo"/>
                <a:ea typeface="Apple SD Gothic Neo"/>
                <a:cs typeface="Apple SD Gothic Neo"/>
              </a:rPr>
              <a:t>누구와 있었는지</a:t>
            </a:r>
          </a:p>
          <a:p>
            <a:pPr algn="l">
              <a:defRPr sz="1425" b="1">
                <a:solidFill>
                  <a:srgbClr val="8A15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8A1538"/>
                </a:solidFill>
                <a:latin typeface="Apple SD Gothic Neo"/>
                <a:ea typeface="Apple SD Gothic Neo"/>
                <a:cs typeface="Apple SD Gothic Neo"/>
              </a:rPr>
              <a:t>그 장소가 어떤 활동인지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255C828-1D14-4B57-8550-35D4AE291750}"/>
              </a:ext>
            </a:extLst>
          </p:cNvPr>
          <p:cNvSpPr>
            <a:spLocks noGrp="1"/>
          </p:cNvSpPr>
          <p:nvPr/>
        </p:nvSpPr>
        <p:spPr>
          <a:xfrm>
            <a:off x="4895850" y="1962150"/>
            <a:ext cx="24003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rPr>
              <a:t>연결되지 않는 이유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027965A-AA14-457E-B2BE-ED46B1DEFA86}"/>
              </a:ext>
            </a:extLst>
          </p:cNvPr>
          <p:cNvSpPr>
            <a:spLocks noGrp="1"/>
          </p:cNvSpPr>
          <p:nvPr/>
        </p:nvSpPr>
        <p:spPr>
          <a:xfrm>
            <a:off x="5000625" y="2619375"/>
            <a:ext cx="21907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D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B26F1F29-44ED-4CA1-BB22-CB4E0A04D45E}"/>
              </a:ext>
            </a:extLst>
          </p:cNvPr>
          <p:cNvSpPr>
            <a:spLocks noGrp="1"/>
          </p:cNvSpPr>
          <p:nvPr/>
        </p:nvSpPr>
        <p:spPr>
          <a:xfrm>
            <a:off x="5143500" y="2705100"/>
            <a:ext cx="190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공통 키는 날짜뿐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E6FA1A09-F0ED-4FFF-AA34-BD91AE40A490}"/>
              </a:ext>
            </a:extLst>
          </p:cNvPr>
          <p:cNvSpPr>
            <a:spLocks noGrp="1"/>
          </p:cNvSpPr>
          <p:nvPr/>
        </p:nvSpPr>
        <p:spPr>
          <a:xfrm>
            <a:off x="5000625" y="3171825"/>
            <a:ext cx="21907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D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B1E7BF7-6BE9-439F-AA05-D83ED7A6C030}"/>
              </a:ext>
            </a:extLst>
          </p:cNvPr>
          <p:cNvSpPr>
            <a:spLocks noGrp="1"/>
          </p:cNvSpPr>
          <p:nvPr/>
        </p:nvSpPr>
        <p:spPr>
          <a:xfrm>
            <a:off x="5143500" y="3257550"/>
            <a:ext cx="190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관계 데이터 없음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8378EC5D-9BD8-460C-8B8E-6EAF17E3A6F8}"/>
              </a:ext>
            </a:extLst>
          </p:cNvPr>
          <p:cNvSpPr>
            <a:spLocks noGrp="1"/>
          </p:cNvSpPr>
          <p:nvPr/>
        </p:nvSpPr>
        <p:spPr>
          <a:xfrm>
            <a:off x="5000625" y="3724275"/>
            <a:ext cx="21907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D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2EF44B37-D6A4-4039-B4E2-83C24DE67B08}"/>
              </a:ext>
            </a:extLst>
          </p:cNvPr>
          <p:cNvSpPr>
            <a:spLocks noGrp="1"/>
          </p:cNvSpPr>
          <p:nvPr/>
        </p:nvSpPr>
        <p:spPr>
          <a:xfrm>
            <a:off x="5143500" y="3810000"/>
            <a:ext cx="190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장소 증거 없음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8C31E29A-37DD-4DAC-A2CE-81170CC8F18B}"/>
              </a:ext>
            </a:extLst>
          </p:cNvPr>
          <p:cNvSpPr>
            <a:spLocks noGrp="1"/>
          </p:cNvSpPr>
          <p:nvPr/>
        </p:nvSpPr>
        <p:spPr>
          <a:xfrm>
            <a:off x="5000625" y="4276725"/>
            <a:ext cx="21907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D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B805911E-9C92-4481-BCA5-CCDDC08DDCF6}"/>
              </a:ext>
            </a:extLst>
          </p:cNvPr>
          <p:cNvSpPr>
            <a:spLocks noGrp="1"/>
          </p:cNvSpPr>
          <p:nvPr/>
        </p:nvSpPr>
        <p:spPr>
          <a:xfrm>
            <a:off x="5143500" y="4362450"/>
            <a:ext cx="190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실제 발생 여부 불명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561070D4-BBFC-49D4-B6B0-5D33BB5B84A7}"/>
              </a:ext>
            </a:extLst>
          </p:cNvPr>
          <p:cNvSpPr>
            <a:spLocks noGrp="1"/>
          </p:cNvSpPr>
          <p:nvPr/>
        </p:nvSpPr>
        <p:spPr>
          <a:xfrm>
            <a:off x="3781425" y="3448050"/>
            <a:ext cx="809625" cy="19050"/>
          </a:xfrm>
          <a:prstGeom prst="rect">
            <a:avLst/>
          </a:prstGeom>
          <a:solidFill>
            <a:srgbClr val="D8D6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4AC558C2-77F4-46D1-B054-0E84B8442059}"/>
              </a:ext>
            </a:extLst>
          </p:cNvPr>
          <p:cNvSpPr>
            <a:spLocks noGrp="1"/>
          </p:cNvSpPr>
          <p:nvPr/>
        </p:nvSpPr>
        <p:spPr>
          <a:xfrm>
            <a:off x="7600950" y="3448050"/>
            <a:ext cx="809625" cy="19050"/>
          </a:xfrm>
          <a:prstGeom prst="rect">
            <a:avLst/>
          </a:prstGeom>
          <a:solidFill>
            <a:srgbClr val="D8D6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E071E8EF-CC17-44E0-9F3F-0E80BE05C76A}"/>
              </a:ext>
            </a:extLst>
          </p:cNvPr>
          <p:cNvSpPr>
            <a:spLocks noGrp="1"/>
          </p:cNvSpPr>
          <p:nvPr/>
        </p:nvSpPr>
        <p:spPr>
          <a:xfrm>
            <a:off x="8734425" y="268605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rPr>
              <a:t>보유 데이터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7EF43FD1-2D5D-4779-813B-A8D1FA737C51}"/>
              </a:ext>
            </a:extLst>
          </p:cNvPr>
          <p:cNvSpPr>
            <a:spLocks noGrp="1"/>
          </p:cNvSpPr>
          <p:nvPr/>
        </p:nvSpPr>
        <p:spPr>
          <a:xfrm>
            <a:off x="8734425" y="2971800"/>
            <a:ext cx="2190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일정 제목</a:t>
            </a:r>
          </a:p>
          <a:p>
            <a:pPr algn="l">
              <a:defRPr sz="1500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계획 날짜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C470818D-7950-456A-BA59-34C03540EBDF}"/>
              </a:ext>
            </a:extLst>
          </p:cNvPr>
          <p:cNvSpPr>
            <a:spLocks noGrp="1"/>
          </p:cNvSpPr>
          <p:nvPr/>
        </p:nvSpPr>
        <p:spPr>
          <a:xfrm>
            <a:off x="8734425" y="40386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8A15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8A1538"/>
                </a:solidFill>
                <a:latin typeface="Apple SD Gothic Neo"/>
                <a:ea typeface="Apple SD Gothic Neo"/>
                <a:cs typeface="Apple SD Gothic Neo"/>
              </a:rPr>
              <a:t>증명 불가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2B4E1F01-9BAE-41C2-9889-02F62223B988}"/>
              </a:ext>
            </a:extLst>
          </p:cNvPr>
          <p:cNvSpPr>
            <a:spLocks noGrp="1"/>
          </p:cNvSpPr>
          <p:nvPr/>
        </p:nvSpPr>
        <p:spPr>
          <a:xfrm>
            <a:off x="8734425" y="4324350"/>
            <a:ext cx="2286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8A15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8A1538"/>
                </a:solidFill>
                <a:latin typeface="Apple SD Gothic Neo"/>
                <a:ea typeface="Apple SD Gothic Neo"/>
                <a:cs typeface="Apple SD Gothic Neo"/>
              </a:rPr>
              <a:t>실제로 일어났는지</a:t>
            </a:r>
          </a:p>
          <a:p>
            <a:pPr algn="l">
              <a:defRPr sz="1425" b="1">
                <a:solidFill>
                  <a:srgbClr val="8A15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8A1538"/>
                </a:solidFill>
                <a:latin typeface="Apple SD Gothic Neo"/>
                <a:ea typeface="Apple SD Gothic Neo"/>
                <a:cs typeface="Apple SD Gothic Neo"/>
              </a:rPr>
              <a:t>누구와 어디였는지</a:t>
            </a:r>
          </a:p>
        </p:txBody>
      </p:sp>
    </p:spTree>
    <p:extLst>
      <p:ext uri="{BB962C8B-B14F-4D97-AF65-F5344CB8AC3E}">
        <p14:creationId xmlns:p14="http://schemas.microsoft.com/office/powerpoint/2010/main" val="696364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>
            <a:extLst>
              <a:ext uri="{FF2B5EF4-FFF2-40B4-BE49-F238E27FC236}">
                <a16:creationId xmlns:a16="http://schemas.microsoft.com/office/drawing/2014/main" id="{350AD9A8-5F0A-4AF5-8353-05011237DD8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797E17D-3009-4DE6-899D-E16FB148EB46}"/>
              </a:ext>
            </a:extLst>
          </p:cNvPr>
          <p:cNvSpPr>
            <a:spLocks noGrp="1"/>
          </p:cNvSpPr>
          <p:nvPr/>
        </p:nvSpPr>
        <p:spPr>
          <a:xfrm>
            <a:off x="762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FD1A774-7D08-4755-A73F-F4923C38D36F}"/>
              </a:ext>
            </a:extLst>
          </p:cNvPr>
          <p:cNvSpPr>
            <a:spLocks noGrp="1"/>
          </p:cNvSpPr>
          <p:nvPr/>
        </p:nvSpPr>
        <p:spPr>
          <a:xfrm>
            <a:off x="1524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70CDBB8-7101-473D-9756-BDF72CE92DE8}"/>
              </a:ext>
            </a:extLst>
          </p:cNvPr>
          <p:cNvSpPr>
            <a:spLocks noGrp="1"/>
          </p:cNvSpPr>
          <p:nvPr/>
        </p:nvSpPr>
        <p:spPr>
          <a:xfrm>
            <a:off x="2286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B5525D1-A9E1-4B01-9769-9CC31D4D0687}"/>
              </a:ext>
            </a:extLst>
          </p:cNvPr>
          <p:cNvSpPr>
            <a:spLocks noGrp="1"/>
          </p:cNvSpPr>
          <p:nvPr/>
        </p:nvSpPr>
        <p:spPr>
          <a:xfrm>
            <a:off x="3048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D366C4C-17FD-4E89-BFFF-8FB40DE6D906}"/>
              </a:ext>
            </a:extLst>
          </p:cNvPr>
          <p:cNvSpPr>
            <a:spLocks noGrp="1"/>
          </p:cNvSpPr>
          <p:nvPr/>
        </p:nvSpPr>
        <p:spPr>
          <a:xfrm>
            <a:off x="3810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7AE47D1-7199-4722-BBCB-C469D5A0AF44}"/>
              </a:ext>
            </a:extLst>
          </p:cNvPr>
          <p:cNvSpPr>
            <a:spLocks noGrp="1"/>
          </p:cNvSpPr>
          <p:nvPr/>
        </p:nvSpPr>
        <p:spPr>
          <a:xfrm>
            <a:off x="4572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C33EF2D-E1A2-4810-8CDC-AA68F1ACC1F9}"/>
              </a:ext>
            </a:extLst>
          </p:cNvPr>
          <p:cNvSpPr>
            <a:spLocks noGrp="1"/>
          </p:cNvSpPr>
          <p:nvPr/>
        </p:nvSpPr>
        <p:spPr>
          <a:xfrm>
            <a:off x="5334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ACBABE5-CA6E-4D13-AE6A-8B54C9477AC1}"/>
              </a:ext>
            </a:extLst>
          </p:cNvPr>
          <p:cNvSpPr>
            <a:spLocks noGrp="1"/>
          </p:cNvSpPr>
          <p:nvPr/>
        </p:nvSpPr>
        <p:spPr>
          <a:xfrm>
            <a:off x="6096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1FC3043-FE63-478D-85B8-796A55B786AB}"/>
              </a:ext>
            </a:extLst>
          </p:cNvPr>
          <p:cNvSpPr>
            <a:spLocks noGrp="1"/>
          </p:cNvSpPr>
          <p:nvPr/>
        </p:nvSpPr>
        <p:spPr>
          <a:xfrm>
            <a:off x="6858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85F4E78-2BE1-4D25-8B1A-605B32C05C0C}"/>
              </a:ext>
            </a:extLst>
          </p:cNvPr>
          <p:cNvSpPr>
            <a:spLocks noGrp="1"/>
          </p:cNvSpPr>
          <p:nvPr/>
        </p:nvSpPr>
        <p:spPr>
          <a:xfrm>
            <a:off x="7620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185AB00-33C3-4178-A8D0-DA1C38331C8E}"/>
              </a:ext>
            </a:extLst>
          </p:cNvPr>
          <p:cNvSpPr>
            <a:spLocks noGrp="1"/>
          </p:cNvSpPr>
          <p:nvPr/>
        </p:nvSpPr>
        <p:spPr>
          <a:xfrm>
            <a:off x="8382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4016BFC-7E78-4FD2-A0ED-4A181FB68A5B}"/>
              </a:ext>
            </a:extLst>
          </p:cNvPr>
          <p:cNvSpPr>
            <a:spLocks noGrp="1"/>
          </p:cNvSpPr>
          <p:nvPr/>
        </p:nvSpPr>
        <p:spPr>
          <a:xfrm>
            <a:off x="9144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001D345-93FF-413A-B4AD-E55BB142DCFA}"/>
              </a:ext>
            </a:extLst>
          </p:cNvPr>
          <p:cNvSpPr>
            <a:spLocks noGrp="1"/>
          </p:cNvSpPr>
          <p:nvPr/>
        </p:nvSpPr>
        <p:spPr>
          <a:xfrm>
            <a:off x="9906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616580D-664F-4E22-91A2-8BF2013D97E5}"/>
              </a:ext>
            </a:extLst>
          </p:cNvPr>
          <p:cNvSpPr>
            <a:spLocks noGrp="1"/>
          </p:cNvSpPr>
          <p:nvPr/>
        </p:nvSpPr>
        <p:spPr>
          <a:xfrm>
            <a:off x="10668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DD58A5D-4DEB-4CDA-8C4F-315610577F38}"/>
              </a:ext>
            </a:extLst>
          </p:cNvPr>
          <p:cNvSpPr>
            <a:spLocks noGrp="1"/>
          </p:cNvSpPr>
          <p:nvPr/>
        </p:nvSpPr>
        <p:spPr>
          <a:xfrm>
            <a:off x="11430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29AFF3B-5AE4-4530-984D-97862D873B19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F1C81D7-C130-41C1-B358-DA338838649B}"/>
              </a:ext>
            </a:extLst>
          </p:cNvPr>
          <p:cNvSpPr>
            <a:spLocks noGrp="1"/>
          </p:cNvSpPr>
          <p:nvPr/>
        </p:nvSpPr>
        <p:spPr>
          <a:xfrm>
            <a:off x="609600" y="2286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3B64327-A91A-4AE2-9947-605EEA5F8A1A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A9DE527-27B3-4509-9984-A3E1700B625A}"/>
              </a:ext>
            </a:extLst>
          </p:cNvPr>
          <p:cNvSpPr>
            <a:spLocks noGrp="1"/>
          </p:cNvSpPr>
          <p:nvPr/>
        </p:nvSpPr>
        <p:spPr>
          <a:xfrm>
            <a:off x="609600" y="3810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D70D83F-1630-4F1A-98AE-C3A00F15CEB7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C555183-5D4A-4041-88F0-FE48BC63F765}"/>
              </a:ext>
            </a:extLst>
          </p:cNvPr>
          <p:cNvSpPr>
            <a:spLocks noGrp="1"/>
          </p:cNvSpPr>
          <p:nvPr/>
        </p:nvSpPr>
        <p:spPr>
          <a:xfrm>
            <a:off x="609600" y="5334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478B7BF-74C5-4B5A-8DA2-BC919324ABF4}"/>
              </a:ext>
            </a:extLst>
          </p:cNvPr>
          <p:cNvSpPr>
            <a:spLocks noGrp="1"/>
          </p:cNvSpPr>
          <p:nvPr/>
        </p:nvSpPr>
        <p:spPr>
          <a:xfrm>
            <a:off x="609600" y="6096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FC10C95-3169-41A4-A92C-75DBEC4BA190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rPr>
              <a:t>CLUSTER PROPOSAL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708F534-091E-4646-8B0C-1B39812B5BAC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8858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사진 한 장을 관계·장소·시간의 기록 자산으로 전환한다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5E57CA8-74E2-425B-9953-414849DB7C2A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10972800" cy="12383"/>
          </a:xfrm>
          <a:prstGeom prst="rect">
            <a:avLst/>
          </a:prstGeom>
          <a:solidFill>
            <a:srgbClr val="D8D6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E7FAF74-022B-478F-A820-16F2344F632D}"/>
              </a:ext>
            </a:extLst>
          </p:cNvPr>
          <p:cNvSpPr>
            <a:spLocks noGrp="1"/>
          </p:cNvSpPr>
          <p:nvPr/>
        </p:nvSpPr>
        <p:spPr>
          <a:xfrm>
            <a:off x="11001375" y="34290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8C88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8C8880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D54C9C4-8B47-4B8C-B16B-36ECA5626A23}"/>
              </a:ext>
            </a:extLst>
          </p:cNvPr>
          <p:cNvSpPr>
            <a:spLocks noGrp="1"/>
          </p:cNvSpPr>
          <p:nvPr/>
        </p:nvSpPr>
        <p:spPr>
          <a:xfrm>
            <a:off x="952500" y="1524000"/>
            <a:ext cx="10287000" cy="9048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C4876F0-5A3E-4EAE-9ADA-199ECFFED8D5}"/>
              </a:ext>
            </a:extLst>
          </p:cNvPr>
          <p:cNvSpPr>
            <a:spLocks noGrp="1"/>
          </p:cNvSpPr>
          <p:nvPr/>
        </p:nvSpPr>
        <p:spPr>
          <a:xfrm>
            <a:off x="1285875" y="1790700"/>
            <a:ext cx="9620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CLUSTER는 사진 한 장으로 인간관계와 장소 방문 이력을 자동 구조화하는 인생 인프라입니다.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B571501-CF36-4764-B75B-719148438D92}"/>
              </a:ext>
            </a:extLst>
          </p:cNvPr>
          <p:cNvSpPr>
            <a:spLocks noGrp="1"/>
          </p:cNvSpPr>
          <p:nvPr/>
        </p:nvSpPr>
        <p:spPr>
          <a:xfrm>
            <a:off x="1762125" y="3048000"/>
            <a:ext cx="8667750" cy="514350"/>
          </a:xfrm>
          <a:prstGeom prst="rect">
            <a:avLst/>
          </a:prstGeom>
          <a:solidFill>
            <a:srgbClr val="2421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E0482DD-E100-4D32-961F-075F2D0DFACB}"/>
              </a:ext>
            </a:extLst>
          </p:cNvPr>
          <p:cNvSpPr>
            <a:spLocks noGrp="1"/>
          </p:cNvSpPr>
          <p:nvPr/>
        </p:nvSpPr>
        <p:spPr>
          <a:xfrm>
            <a:off x="2000250" y="3181350"/>
            <a:ext cx="819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PHOTO  →  EXIF · GPS · TIME · FACE  →  PEOPLE · PLACE · CALENDAR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DD993FD-03E5-4F17-98FE-2B3FED8E8963}"/>
              </a:ext>
            </a:extLst>
          </p:cNvPr>
          <p:cNvSpPr>
            <a:spLocks noGrp="1"/>
          </p:cNvSpPr>
          <p:nvPr/>
        </p:nvSpPr>
        <p:spPr>
          <a:xfrm>
            <a:off x="952500" y="4191000"/>
            <a:ext cx="3048000" cy="1333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13EE16A-DBA7-455A-BE0A-2E1D0F6125B5}"/>
              </a:ext>
            </a:extLst>
          </p:cNvPr>
          <p:cNvSpPr>
            <a:spLocks noGrp="1"/>
          </p:cNvSpPr>
          <p:nvPr/>
        </p:nvSpPr>
        <p:spPr>
          <a:xfrm>
            <a:off x="1181100" y="4457700"/>
            <a:ext cx="2571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rPr>
              <a:t>인생 인프라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8CA75DB-C284-486F-A983-740F789CF83A}"/>
              </a:ext>
            </a:extLst>
          </p:cNvPr>
          <p:cNvSpPr>
            <a:spLocks noGrp="1"/>
          </p:cNvSpPr>
          <p:nvPr/>
        </p:nvSpPr>
        <p:spPr>
          <a:xfrm>
            <a:off x="1181100" y="4857750"/>
            <a:ext cx="2476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휘발되는 기억을 체계적 자산으로 전환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8E77BC9-E31A-48A1-94BE-53D72FFB6271}"/>
              </a:ext>
            </a:extLst>
          </p:cNvPr>
          <p:cNvSpPr>
            <a:spLocks noGrp="1"/>
          </p:cNvSpPr>
          <p:nvPr/>
        </p:nvSpPr>
        <p:spPr>
          <a:xfrm>
            <a:off x="4381500" y="4191000"/>
            <a:ext cx="3048000" cy="1333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411E5C6-9E69-4DA9-853B-A591AD95FD75}"/>
              </a:ext>
            </a:extLst>
          </p:cNvPr>
          <p:cNvSpPr>
            <a:spLocks noGrp="1"/>
          </p:cNvSpPr>
          <p:nvPr/>
        </p:nvSpPr>
        <p:spPr>
          <a:xfrm>
            <a:off x="4610100" y="4457700"/>
            <a:ext cx="2571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rPr>
              <a:t>기록의 진실성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552F508-83B0-4CF5-A760-F81024E50A08}"/>
              </a:ext>
            </a:extLst>
          </p:cNvPr>
          <p:cNvSpPr>
            <a:spLocks noGrp="1"/>
          </p:cNvSpPr>
          <p:nvPr/>
        </p:nvSpPr>
        <p:spPr>
          <a:xfrm>
            <a:off x="4610100" y="4857750"/>
            <a:ext cx="2476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사진·GPS·촬영 시간이 일치할 때만 기록 인정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7B7E081B-DEB7-4B20-9798-6D219489F6C7}"/>
              </a:ext>
            </a:extLst>
          </p:cNvPr>
          <p:cNvSpPr>
            <a:spLocks noGrp="1"/>
          </p:cNvSpPr>
          <p:nvPr/>
        </p:nvSpPr>
        <p:spPr>
          <a:xfrm>
            <a:off x="7810500" y="4191000"/>
            <a:ext cx="3048000" cy="1333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ACDC3C9-2149-46F3-A382-94B75C7AF8D8}"/>
              </a:ext>
            </a:extLst>
          </p:cNvPr>
          <p:cNvSpPr>
            <a:spLocks noGrp="1"/>
          </p:cNvSpPr>
          <p:nvPr/>
        </p:nvSpPr>
        <p:spPr>
          <a:xfrm>
            <a:off x="8039100" y="4457700"/>
            <a:ext cx="2571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rPr>
              <a:t>자아 집중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9E2C6F2C-0F46-4597-A8CD-C639EBF6D897}"/>
              </a:ext>
            </a:extLst>
          </p:cNvPr>
          <p:cNvSpPr>
            <a:spLocks noGrp="1"/>
          </p:cNvSpPr>
          <p:nvPr/>
        </p:nvSpPr>
        <p:spPr>
          <a:xfrm>
            <a:off x="8039100" y="4857750"/>
            <a:ext cx="2476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내가 에너지를 쓰는 관계와 장소를 데이터로 시각화</a:t>
            </a:r>
          </a:p>
        </p:txBody>
      </p:sp>
    </p:spTree>
    <p:extLst>
      <p:ext uri="{BB962C8B-B14F-4D97-AF65-F5344CB8AC3E}">
        <p14:creationId xmlns:p14="http://schemas.microsoft.com/office/powerpoint/2010/main" val="625875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직사각형 48">
            <a:extLst>
              <a:ext uri="{FF2B5EF4-FFF2-40B4-BE49-F238E27FC236}">
                <a16:creationId xmlns:a16="http://schemas.microsoft.com/office/drawing/2014/main" id="{6C170737-B6D6-4BB7-9CF6-98CC247806B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68ADFD8-628F-43BF-8E0E-F15C7C119F57}"/>
              </a:ext>
            </a:extLst>
          </p:cNvPr>
          <p:cNvSpPr>
            <a:spLocks noGrp="1"/>
          </p:cNvSpPr>
          <p:nvPr/>
        </p:nvSpPr>
        <p:spPr>
          <a:xfrm>
            <a:off x="762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E5EDB32-002A-4260-972B-7C6DFF61AFDF}"/>
              </a:ext>
            </a:extLst>
          </p:cNvPr>
          <p:cNvSpPr>
            <a:spLocks noGrp="1"/>
          </p:cNvSpPr>
          <p:nvPr/>
        </p:nvSpPr>
        <p:spPr>
          <a:xfrm>
            <a:off x="1524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C406C2A-0490-413D-90CF-1AF987596DD9}"/>
              </a:ext>
            </a:extLst>
          </p:cNvPr>
          <p:cNvSpPr>
            <a:spLocks noGrp="1"/>
          </p:cNvSpPr>
          <p:nvPr/>
        </p:nvSpPr>
        <p:spPr>
          <a:xfrm>
            <a:off x="2286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4DD7D96-B6E9-4467-9C52-5CF52B4914D3}"/>
              </a:ext>
            </a:extLst>
          </p:cNvPr>
          <p:cNvSpPr>
            <a:spLocks noGrp="1"/>
          </p:cNvSpPr>
          <p:nvPr/>
        </p:nvSpPr>
        <p:spPr>
          <a:xfrm>
            <a:off x="3048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1F9458C-89C2-4383-8593-502389ED619E}"/>
              </a:ext>
            </a:extLst>
          </p:cNvPr>
          <p:cNvSpPr>
            <a:spLocks noGrp="1"/>
          </p:cNvSpPr>
          <p:nvPr/>
        </p:nvSpPr>
        <p:spPr>
          <a:xfrm>
            <a:off x="3810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5AC139D-04DA-415D-AFC2-DB974B0A6068}"/>
              </a:ext>
            </a:extLst>
          </p:cNvPr>
          <p:cNvSpPr>
            <a:spLocks noGrp="1"/>
          </p:cNvSpPr>
          <p:nvPr/>
        </p:nvSpPr>
        <p:spPr>
          <a:xfrm>
            <a:off x="4572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080F44D-F14C-4CA9-9786-A314655530F1}"/>
              </a:ext>
            </a:extLst>
          </p:cNvPr>
          <p:cNvSpPr>
            <a:spLocks noGrp="1"/>
          </p:cNvSpPr>
          <p:nvPr/>
        </p:nvSpPr>
        <p:spPr>
          <a:xfrm>
            <a:off x="5334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7CA7E8A-1C27-4786-9BBC-F55FF44E9065}"/>
              </a:ext>
            </a:extLst>
          </p:cNvPr>
          <p:cNvSpPr>
            <a:spLocks noGrp="1"/>
          </p:cNvSpPr>
          <p:nvPr/>
        </p:nvSpPr>
        <p:spPr>
          <a:xfrm>
            <a:off x="6096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1A27069-98B2-4BC5-B860-131C39810EF0}"/>
              </a:ext>
            </a:extLst>
          </p:cNvPr>
          <p:cNvSpPr>
            <a:spLocks noGrp="1"/>
          </p:cNvSpPr>
          <p:nvPr/>
        </p:nvSpPr>
        <p:spPr>
          <a:xfrm>
            <a:off x="6858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AFCB916-70F1-4F5B-A675-3A7B93B61D8F}"/>
              </a:ext>
            </a:extLst>
          </p:cNvPr>
          <p:cNvSpPr>
            <a:spLocks noGrp="1"/>
          </p:cNvSpPr>
          <p:nvPr/>
        </p:nvSpPr>
        <p:spPr>
          <a:xfrm>
            <a:off x="7620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0905228-5053-4DB4-9890-87833A450342}"/>
              </a:ext>
            </a:extLst>
          </p:cNvPr>
          <p:cNvSpPr>
            <a:spLocks noGrp="1"/>
          </p:cNvSpPr>
          <p:nvPr/>
        </p:nvSpPr>
        <p:spPr>
          <a:xfrm>
            <a:off x="8382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C694412-459D-4CA7-9348-F27E7A32CA2C}"/>
              </a:ext>
            </a:extLst>
          </p:cNvPr>
          <p:cNvSpPr>
            <a:spLocks noGrp="1"/>
          </p:cNvSpPr>
          <p:nvPr/>
        </p:nvSpPr>
        <p:spPr>
          <a:xfrm>
            <a:off x="9144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100D628-D593-4FBA-81E0-BAD591423636}"/>
              </a:ext>
            </a:extLst>
          </p:cNvPr>
          <p:cNvSpPr>
            <a:spLocks noGrp="1"/>
          </p:cNvSpPr>
          <p:nvPr/>
        </p:nvSpPr>
        <p:spPr>
          <a:xfrm>
            <a:off x="9906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B18AB9F-E9CF-4CD1-A5D0-2FC6209D3AE5}"/>
              </a:ext>
            </a:extLst>
          </p:cNvPr>
          <p:cNvSpPr>
            <a:spLocks noGrp="1"/>
          </p:cNvSpPr>
          <p:nvPr/>
        </p:nvSpPr>
        <p:spPr>
          <a:xfrm>
            <a:off x="10668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B20163F-E8AF-4C6B-8D03-B6DF4B55FA1A}"/>
              </a:ext>
            </a:extLst>
          </p:cNvPr>
          <p:cNvSpPr>
            <a:spLocks noGrp="1"/>
          </p:cNvSpPr>
          <p:nvPr/>
        </p:nvSpPr>
        <p:spPr>
          <a:xfrm>
            <a:off x="11430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7EB101A-32A5-40AA-B146-20B61B7C944F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2738A6A-317B-4111-B56F-9B30C1E8593B}"/>
              </a:ext>
            </a:extLst>
          </p:cNvPr>
          <p:cNvSpPr>
            <a:spLocks noGrp="1"/>
          </p:cNvSpPr>
          <p:nvPr/>
        </p:nvSpPr>
        <p:spPr>
          <a:xfrm>
            <a:off x="609600" y="2286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FAFFA4D-0BA6-4F88-8AB7-318D9012E51F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8CF25D2-6784-4431-A258-288B8B2295E3}"/>
              </a:ext>
            </a:extLst>
          </p:cNvPr>
          <p:cNvSpPr>
            <a:spLocks noGrp="1"/>
          </p:cNvSpPr>
          <p:nvPr/>
        </p:nvSpPr>
        <p:spPr>
          <a:xfrm>
            <a:off x="609600" y="3810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DDD6223-F5BA-4185-97BC-2A25A8E7D1DA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C04C24E-7907-4338-AD39-BAE3D409D3CE}"/>
              </a:ext>
            </a:extLst>
          </p:cNvPr>
          <p:cNvSpPr>
            <a:spLocks noGrp="1"/>
          </p:cNvSpPr>
          <p:nvPr/>
        </p:nvSpPr>
        <p:spPr>
          <a:xfrm>
            <a:off x="609600" y="5334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AF0F4E2-7448-4499-886D-FA89EEF9D1D2}"/>
              </a:ext>
            </a:extLst>
          </p:cNvPr>
          <p:cNvSpPr>
            <a:spLocks noGrp="1"/>
          </p:cNvSpPr>
          <p:nvPr/>
        </p:nvSpPr>
        <p:spPr>
          <a:xfrm>
            <a:off x="609600" y="6096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D022D56-A8CB-4A0E-B5AA-5E6FF3353929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rPr>
              <a:t>SYSTEM ARCHITECTURE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7FA1619-37FA-4BBA-8526-C06CBE8E79D3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8858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5개 레이어가 사진 1장을 활동 기록으로 변환한다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BF5AF31-9039-41A6-9B9A-327A0A893AB4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10972800" cy="12383"/>
          </a:xfrm>
          <a:prstGeom prst="rect">
            <a:avLst/>
          </a:prstGeom>
          <a:solidFill>
            <a:srgbClr val="D8D6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B3C6C73-BD80-4674-AD30-AAD1A382CB17}"/>
              </a:ext>
            </a:extLst>
          </p:cNvPr>
          <p:cNvSpPr>
            <a:spLocks noGrp="1"/>
          </p:cNvSpPr>
          <p:nvPr/>
        </p:nvSpPr>
        <p:spPr>
          <a:xfrm>
            <a:off x="11001375" y="34290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8C88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8C8880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D1E25E6-4F2A-4C35-933B-3116A26DAE95}"/>
              </a:ext>
            </a:extLst>
          </p:cNvPr>
          <p:cNvSpPr>
            <a:spLocks noGrp="1"/>
          </p:cNvSpPr>
          <p:nvPr/>
        </p:nvSpPr>
        <p:spPr>
          <a:xfrm>
            <a:off x="714375" y="1857375"/>
            <a:ext cx="180975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8AFFC00-ECDD-4886-99DF-6858C65E93B7}"/>
              </a:ext>
            </a:extLst>
          </p:cNvPr>
          <p:cNvSpPr>
            <a:spLocks noGrp="1"/>
          </p:cNvSpPr>
          <p:nvPr/>
        </p:nvSpPr>
        <p:spPr>
          <a:xfrm>
            <a:off x="885825" y="2428875"/>
            <a:ext cx="146685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사용자 브라우저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0FA7EA4-E8D0-4411-B943-64B3F63E8977}"/>
              </a:ext>
            </a:extLst>
          </p:cNvPr>
          <p:cNvSpPr>
            <a:spLocks noGrp="1"/>
          </p:cNvSpPr>
          <p:nvPr/>
        </p:nvSpPr>
        <p:spPr>
          <a:xfrm>
            <a:off x="952500" y="3105150"/>
            <a:ext cx="1333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555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24D"/>
                </a:solidFill>
                <a:latin typeface="Apple SD Gothic Neo"/>
                <a:ea typeface="Apple SD Gothic Neo"/>
                <a:cs typeface="Apple SD Gothic Neo"/>
              </a:rPr>
              <a:t>사진 업로드</a:t>
            </a:r>
          </a:p>
          <a:p>
            <a:pPr algn="ctr">
              <a:defRPr sz="1200" b="0">
                <a:solidFill>
                  <a:srgbClr val="555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24D"/>
                </a:solidFill>
                <a:latin typeface="Apple SD Gothic Neo"/>
                <a:ea typeface="Apple SD Gothic Neo"/>
                <a:cs typeface="Apple SD Gothic Neo"/>
              </a:rPr>
              <a:t>결과 확인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5FD572F-C26B-4A78-9C15-5C8F62DB1768}"/>
              </a:ext>
            </a:extLst>
          </p:cNvPr>
          <p:cNvSpPr>
            <a:spLocks noGrp="1"/>
          </p:cNvSpPr>
          <p:nvPr/>
        </p:nvSpPr>
        <p:spPr>
          <a:xfrm>
            <a:off x="2600325" y="2895600"/>
            <a:ext cx="361950" cy="19050"/>
          </a:xfrm>
          <a:prstGeom prst="rect">
            <a:avLst/>
          </a:prstGeom>
          <a:solidFill>
            <a:srgbClr val="4F2D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B048931-4A32-49E8-B59D-56399F9A1D27}"/>
              </a:ext>
            </a:extLst>
          </p:cNvPr>
          <p:cNvSpPr>
            <a:spLocks noGrp="1"/>
          </p:cNvSpPr>
          <p:nvPr/>
        </p:nvSpPr>
        <p:spPr>
          <a:xfrm>
            <a:off x="2952750" y="1857375"/>
            <a:ext cx="180975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065077C-C29E-44E5-8F62-E3837A03FF9F}"/>
              </a:ext>
            </a:extLst>
          </p:cNvPr>
          <p:cNvSpPr>
            <a:spLocks noGrp="1"/>
          </p:cNvSpPr>
          <p:nvPr/>
        </p:nvSpPr>
        <p:spPr>
          <a:xfrm>
            <a:off x="3124200" y="2428875"/>
            <a:ext cx="146685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Vercel Frontend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FA73C27-1AD8-4A01-9CAA-D2D72A622C6F}"/>
              </a:ext>
            </a:extLst>
          </p:cNvPr>
          <p:cNvSpPr>
            <a:spLocks noGrp="1"/>
          </p:cNvSpPr>
          <p:nvPr/>
        </p:nvSpPr>
        <p:spPr>
          <a:xfrm>
            <a:off x="3190875" y="3105150"/>
            <a:ext cx="1333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555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24D"/>
                </a:solidFill>
                <a:latin typeface="Apple SD Gothic Neo"/>
                <a:ea typeface="Apple SD Gothic Neo"/>
                <a:cs typeface="Apple SD Gothic Neo"/>
              </a:rPr>
              <a:t>React UI</a:t>
            </a:r>
          </a:p>
          <a:p>
            <a:pPr algn="ctr">
              <a:defRPr sz="1200" b="0">
                <a:solidFill>
                  <a:srgbClr val="555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24D"/>
                </a:solidFill>
                <a:latin typeface="Apple SD Gothic Neo"/>
                <a:ea typeface="Apple SD Gothic Neo"/>
                <a:cs typeface="Apple SD Gothic Neo"/>
              </a:rPr>
              <a:t>사용자 확인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C0D91B9-D83D-402F-A63D-6129205236BF}"/>
              </a:ext>
            </a:extLst>
          </p:cNvPr>
          <p:cNvSpPr>
            <a:spLocks noGrp="1"/>
          </p:cNvSpPr>
          <p:nvPr/>
        </p:nvSpPr>
        <p:spPr>
          <a:xfrm>
            <a:off x="4838700" y="2895600"/>
            <a:ext cx="361950" cy="19050"/>
          </a:xfrm>
          <a:prstGeom prst="rect">
            <a:avLst/>
          </a:prstGeom>
          <a:solidFill>
            <a:srgbClr val="4F2D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0767B79-795C-46D8-B3CE-67BDD769C848}"/>
              </a:ext>
            </a:extLst>
          </p:cNvPr>
          <p:cNvSpPr>
            <a:spLocks noGrp="1"/>
          </p:cNvSpPr>
          <p:nvPr/>
        </p:nvSpPr>
        <p:spPr>
          <a:xfrm>
            <a:off x="5191125" y="1857375"/>
            <a:ext cx="1809750" cy="2095500"/>
          </a:xfrm>
          <a:prstGeom prst="rect">
            <a:avLst/>
          </a:prstGeom>
          <a:solidFill>
            <a:srgbClr val="24212B"/>
          </a:solidFill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EAD095C-58D6-43DE-81E3-515A20FFEA89}"/>
              </a:ext>
            </a:extLst>
          </p:cNvPr>
          <p:cNvSpPr>
            <a:spLocks noGrp="1"/>
          </p:cNvSpPr>
          <p:nvPr/>
        </p:nvSpPr>
        <p:spPr>
          <a:xfrm>
            <a:off x="5362575" y="2428875"/>
            <a:ext cx="146685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Railway Backend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568D86D-1028-4C0B-82EE-952FA4B6B7E7}"/>
              </a:ext>
            </a:extLst>
          </p:cNvPr>
          <p:cNvSpPr>
            <a:spLocks noGrp="1"/>
          </p:cNvSpPr>
          <p:nvPr/>
        </p:nvSpPr>
        <p:spPr>
          <a:xfrm>
            <a:off x="5429250" y="3105150"/>
            <a:ext cx="1333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EDED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EDEDED"/>
                </a:solidFill>
                <a:latin typeface="Apple SD Gothic Neo"/>
                <a:ea typeface="Apple SD Gothic Neo"/>
                <a:cs typeface="Apple SD Gothic Neo"/>
              </a:rPr>
              <a:t>EXIF·매칭</a:t>
            </a:r>
          </a:p>
          <a:p>
            <a:pPr algn="ctr">
              <a:defRPr sz="1200" b="0">
                <a:solidFill>
                  <a:srgbClr val="EDED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EDEDED"/>
                </a:solidFill>
                <a:latin typeface="Apple SD Gothic Neo"/>
                <a:ea typeface="Apple SD Gothic Neo"/>
                <a:cs typeface="Apple SD Gothic Neo"/>
              </a:rPr>
              <a:t>상태 전환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B6543C5-E48B-4BBE-B873-2917415CA352}"/>
              </a:ext>
            </a:extLst>
          </p:cNvPr>
          <p:cNvSpPr>
            <a:spLocks noGrp="1"/>
          </p:cNvSpPr>
          <p:nvPr/>
        </p:nvSpPr>
        <p:spPr>
          <a:xfrm>
            <a:off x="7077075" y="2895600"/>
            <a:ext cx="361950" cy="19050"/>
          </a:xfrm>
          <a:prstGeom prst="rect">
            <a:avLst/>
          </a:prstGeom>
          <a:solidFill>
            <a:srgbClr val="4F2D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35C5C6E-F03E-46BC-8FB1-4D00CC09AB8B}"/>
              </a:ext>
            </a:extLst>
          </p:cNvPr>
          <p:cNvSpPr>
            <a:spLocks noGrp="1"/>
          </p:cNvSpPr>
          <p:nvPr/>
        </p:nvSpPr>
        <p:spPr>
          <a:xfrm>
            <a:off x="7429500" y="1857375"/>
            <a:ext cx="180975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BF59638-8B66-4E5C-8974-FE5A72F2DEDC}"/>
              </a:ext>
            </a:extLst>
          </p:cNvPr>
          <p:cNvSpPr>
            <a:spLocks noGrp="1"/>
          </p:cNvSpPr>
          <p:nvPr/>
        </p:nvSpPr>
        <p:spPr>
          <a:xfrm>
            <a:off x="7600950" y="2428875"/>
            <a:ext cx="146685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Data · AI Layer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E5071DCE-BF72-4704-B7D5-2A7929E5A12A}"/>
              </a:ext>
            </a:extLst>
          </p:cNvPr>
          <p:cNvSpPr>
            <a:spLocks noGrp="1"/>
          </p:cNvSpPr>
          <p:nvPr/>
        </p:nvSpPr>
        <p:spPr>
          <a:xfrm>
            <a:off x="7667625" y="3105150"/>
            <a:ext cx="1333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555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24D"/>
                </a:solidFill>
                <a:latin typeface="Apple SD Gothic Neo"/>
                <a:ea typeface="Apple SD Gothic Neo"/>
                <a:cs typeface="Apple SD Gothic Neo"/>
              </a:rPr>
              <a:t>DB</a:t>
            </a:r>
          </a:p>
          <a:p>
            <a:pPr algn="ctr">
              <a:defRPr sz="1200" b="0">
                <a:solidFill>
                  <a:srgbClr val="555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24D"/>
                </a:solidFill>
                <a:latin typeface="Apple SD Gothic Neo"/>
                <a:ea typeface="Apple SD Gothic Neo"/>
                <a:cs typeface="Apple SD Gothic Neo"/>
              </a:rPr>
              <a:t>Face Embedding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BA2C575-4A31-4318-99F4-F8F091AECC8F}"/>
              </a:ext>
            </a:extLst>
          </p:cNvPr>
          <p:cNvSpPr>
            <a:spLocks noGrp="1"/>
          </p:cNvSpPr>
          <p:nvPr/>
        </p:nvSpPr>
        <p:spPr>
          <a:xfrm>
            <a:off x="9315450" y="2895600"/>
            <a:ext cx="361950" cy="19050"/>
          </a:xfrm>
          <a:prstGeom prst="rect">
            <a:avLst/>
          </a:prstGeom>
          <a:solidFill>
            <a:srgbClr val="4F2D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5D6BF168-58DF-4C8E-B148-7C2A6CD088ED}"/>
              </a:ext>
            </a:extLst>
          </p:cNvPr>
          <p:cNvSpPr>
            <a:spLocks noGrp="1"/>
          </p:cNvSpPr>
          <p:nvPr/>
        </p:nvSpPr>
        <p:spPr>
          <a:xfrm>
            <a:off x="9667875" y="1857375"/>
            <a:ext cx="180975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BD62B963-82B8-4C94-8C2F-0FB14FDA658C}"/>
              </a:ext>
            </a:extLst>
          </p:cNvPr>
          <p:cNvSpPr>
            <a:spLocks noGrp="1"/>
          </p:cNvSpPr>
          <p:nvPr/>
        </p:nvSpPr>
        <p:spPr>
          <a:xfrm>
            <a:off x="9839325" y="2428875"/>
            <a:ext cx="146685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External API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69E7966-B66E-48DF-8449-EFE44D56B9F4}"/>
              </a:ext>
            </a:extLst>
          </p:cNvPr>
          <p:cNvSpPr>
            <a:spLocks noGrp="1"/>
          </p:cNvSpPr>
          <p:nvPr/>
        </p:nvSpPr>
        <p:spPr>
          <a:xfrm>
            <a:off x="9906000" y="3105150"/>
            <a:ext cx="1333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555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24D"/>
                </a:solidFill>
                <a:latin typeface="Apple SD Gothic Neo"/>
                <a:ea typeface="Apple SD Gothic Neo"/>
                <a:cs typeface="Apple SD Gothic Neo"/>
              </a:rPr>
              <a:t>Map/Auth</a:t>
            </a:r>
          </a:p>
          <a:p>
            <a:pPr algn="ctr">
              <a:defRPr sz="1200" b="0">
                <a:solidFill>
                  <a:srgbClr val="555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24D"/>
                </a:solidFill>
                <a:latin typeface="Apple SD Gothic Neo"/>
                <a:ea typeface="Apple SD Gothic Neo"/>
                <a:cs typeface="Apple SD Gothic Neo"/>
              </a:rPr>
              <a:t>Swagger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BDC5F8A6-8B11-4045-9145-6D12F0D183A5}"/>
              </a:ext>
            </a:extLst>
          </p:cNvPr>
          <p:cNvSpPr>
            <a:spLocks noGrp="1"/>
          </p:cNvSpPr>
          <p:nvPr/>
        </p:nvSpPr>
        <p:spPr>
          <a:xfrm>
            <a:off x="1238250" y="4857750"/>
            <a:ext cx="97155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3687DE45-D373-4DD2-A216-0312EBF0E77B}"/>
              </a:ext>
            </a:extLst>
          </p:cNvPr>
          <p:cNvSpPr>
            <a:spLocks noGrp="1"/>
          </p:cNvSpPr>
          <p:nvPr/>
        </p:nvSpPr>
        <p:spPr>
          <a:xfrm>
            <a:off x="1571625" y="5067300"/>
            <a:ext cx="904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사진 업로드 → GPS·촬영 시간 추출 → 얼굴 임베딩 식별 → ActivityLog 자동 생성</a:t>
            </a:r>
          </a:p>
        </p:txBody>
      </p:sp>
    </p:spTree>
    <p:extLst>
      <p:ext uri="{BB962C8B-B14F-4D97-AF65-F5344CB8AC3E}">
        <p14:creationId xmlns:p14="http://schemas.microsoft.com/office/powerpoint/2010/main" val="562690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직사각형 57">
            <a:extLst>
              <a:ext uri="{FF2B5EF4-FFF2-40B4-BE49-F238E27FC236}">
                <a16:creationId xmlns:a16="http://schemas.microsoft.com/office/drawing/2014/main" id="{2D36C689-619E-4A91-B96E-C05B7FF6AB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1C4E3CC-DEDF-43C8-96B4-2D71DC4AFB49}"/>
              </a:ext>
            </a:extLst>
          </p:cNvPr>
          <p:cNvSpPr>
            <a:spLocks noGrp="1"/>
          </p:cNvSpPr>
          <p:nvPr/>
        </p:nvSpPr>
        <p:spPr>
          <a:xfrm>
            <a:off x="762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FD6B798-055C-4E3F-92B4-17898F686D02}"/>
              </a:ext>
            </a:extLst>
          </p:cNvPr>
          <p:cNvSpPr>
            <a:spLocks noGrp="1"/>
          </p:cNvSpPr>
          <p:nvPr/>
        </p:nvSpPr>
        <p:spPr>
          <a:xfrm>
            <a:off x="1524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C959EE6-811C-4D27-A89B-E6781AE1C7C3}"/>
              </a:ext>
            </a:extLst>
          </p:cNvPr>
          <p:cNvSpPr>
            <a:spLocks noGrp="1"/>
          </p:cNvSpPr>
          <p:nvPr/>
        </p:nvSpPr>
        <p:spPr>
          <a:xfrm>
            <a:off x="2286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CB785E4-7E21-42B9-88B0-405A38707A57}"/>
              </a:ext>
            </a:extLst>
          </p:cNvPr>
          <p:cNvSpPr>
            <a:spLocks noGrp="1"/>
          </p:cNvSpPr>
          <p:nvPr/>
        </p:nvSpPr>
        <p:spPr>
          <a:xfrm>
            <a:off x="3048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89DC4EF-BC98-4FD6-8811-084A4E7E07FB}"/>
              </a:ext>
            </a:extLst>
          </p:cNvPr>
          <p:cNvSpPr>
            <a:spLocks noGrp="1"/>
          </p:cNvSpPr>
          <p:nvPr/>
        </p:nvSpPr>
        <p:spPr>
          <a:xfrm>
            <a:off x="3810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4787F0D-CB61-416A-855C-B2E177A1B709}"/>
              </a:ext>
            </a:extLst>
          </p:cNvPr>
          <p:cNvSpPr>
            <a:spLocks noGrp="1"/>
          </p:cNvSpPr>
          <p:nvPr/>
        </p:nvSpPr>
        <p:spPr>
          <a:xfrm>
            <a:off x="4572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A749EE9-9043-48E5-B187-C0BF8444891B}"/>
              </a:ext>
            </a:extLst>
          </p:cNvPr>
          <p:cNvSpPr>
            <a:spLocks noGrp="1"/>
          </p:cNvSpPr>
          <p:nvPr/>
        </p:nvSpPr>
        <p:spPr>
          <a:xfrm>
            <a:off x="5334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936988B-D0C0-40A6-97FB-9E4ABC2266A2}"/>
              </a:ext>
            </a:extLst>
          </p:cNvPr>
          <p:cNvSpPr>
            <a:spLocks noGrp="1"/>
          </p:cNvSpPr>
          <p:nvPr/>
        </p:nvSpPr>
        <p:spPr>
          <a:xfrm>
            <a:off x="6096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2904C22-6ED4-47B4-99BF-57C778F9B254}"/>
              </a:ext>
            </a:extLst>
          </p:cNvPr>
          <p:cNvSpPr>
            <a:spLocks noGrp="1"/>
          </p:cNvSpPr>
          <p:nvPr/>
        </p:nvSpPr>
        <p:spPr>
          <a:xfrm>
            <a:off x="6858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ADAC1B5-3F2A-4DED-9085-B424B4F1FD76}"/>
              </a:ext>
            </a:extLst>
          </p:cNvPr>
          <p:cNvSpPr>
            <a:spLocks noGrp="1"/>
          </p:cNvSpPr>
          <p:nvPr/>
        </p:nvSpPr>
        <p:spPr>
          <a:xfrm>
            <a:off x="7620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540B10A-CF33-4F8A-B3F0-9607B38405AF}"/>
              </a:ext>
            </a:extLst>
          </p:cNvPr>
          <p:cNvSpPr>
            <a:spLocks noGrp="1"/>
          </p:cNvSpPr>
          <p:nvPr/>
        </p:nvSpPr>
        <p:spPr>
          <a:xfrm>
            <a:off x="8382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8F61342-8726-412E-AD42-9D50751E1C9D}"/>
              </a:ext>
            </a:extLst>
          </p:cNvPr>
          <p:cNvSpPr>
            <a:spLocks noGrp="1"/>
          </p:cNvSpPr>
          <p:nvPr/>
        </p:nvSpPr>
        <p:spPr>
          <a:xfrm>
            <a:off x="9144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C4C0881-7E1D-457A-9B7B-5F9B8BB854EA}"/>
              </a:ext>
            </a:extLst>
          </p:cNvPr>
          <p:cNvSpPr>
            <a:spLocks noGrp="1"/>
          </p:cNvSpPr>
          <p:nvPr/>
        </p:nvSpPr>
        <p:spPr>
          <a:xfrm>
            <a:off x="9906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10FF24F-E5DE-45B2-8998-F89FBA0DEAC1}"/>
              </a:ext>
            </a:extLst>
          </p:cNvPr>
          <p:cNvSpPr>
            <a:spLocks noGrp="1"/>
          </p:cNvSpPr>
          <p:nvPr/>
        </p:nvSpPr>
        <p:spPr>
          <a:xfrm>
            <a:off x="10668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70FD09A-F145-47A9-92A4-8862A769A8ED}"/>
              </a:ext>
            </a:extLst>
          </p:cNvPr>
          <p:cNvSpPr>
            <a:spLocks noGrp="1"/>
          </p:cNvSpPr>
          <p:nvPr/>
        </p:nvSpPr>
        <p:spPr>
          <a:xfrm>
            <a:off x="11430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3554F5C-52FC-4F3C-944C-F7E46018E77D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44226FE-DFCF-4403-B139-3FB2DFEE20C3}"/>
              </a:ext>
            </a:extLst>
          </p:cNvPr>
          <p:cNvSpPr>
            <a:spLocks noGrp="1"/>
          </p:cNvSpPr>
          <p:nvPr/>
        </p:nvSpPr>
        <p:spPr>
          <a:xfrm>
            <a:off x="609600" y="2286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A42E53B-5966-4E16-9C46-00DF9C505E06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096F683-F9DB-40FD-A357-5535D695D3C0}"/>
              </a:ext>
            </a:extLst>
          </p:cNvPr>
          <p:cNvSpPr>
            <a:spLocks noGrp="1"/>
          </p:cNvSpPr>
          <p:nvPr/>
        </p:nvSpPr>
        <p:spPr>
          <a:xfrm>
            <a:off x="609600" y="3810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5E4E38A-40D3-4048-92A1-7033A4755074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D0705C7-3DC3-470B-B62A-F91B4FFDE8FD}"/>
              </a:ext>
            </a:extLst>
          </p:cNvPr>
          <p:cNvSpPr>
            <a:spLocks noGrp="1"/>
          </p:cNvSpPr>
          <p:nvPr/>
        </p:nvSpPr>
        <p:spPr>
          <a:xfrm>
            <a:off x="609600" y="5334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1722357-AF86-4363-8713-A42F57816A9C}"/>
              </a:ext>
            </a:extLst>
          </p:cNvPr>
          <p:cNvSpPr>
            <a:spLocks noGrp="1"/>
          </p:cNvSpPr>
          <p:nvPr/>
        </p:nvSpPr>
        <p:spPr>
          <a:xfrm>
            <a:off x="609600" y="6096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7AA17F9-3B8E-4B29-942D-DCCDD2FFF99C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rPr>
              <a:t>CORE PIPELINE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C7E1113-534F-4A10-8B49-9B46F0437598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8858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사진 1장이 기록이 되는 6단계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ECEE39A-B31D-4111-9FB8-B28F6FC0BD24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10972800" cy="12383"/>
          </a:xfrm>
          <a:prstGeom prst="rect">
            <a:avLst/>
          </a:prstGeom>
          <a:solidFill>
            <a:srgbClr val="D8D6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E146CE4-3607-45E8-99CE-3F3AA97F5F7E}"/>
              </a:ext>
            </a:extLst>
          </p:cNvPr>
          <p:cNvSpPr>
            <a:spLocks noGrp="1"/>
          </p:cNvSpPr>
          <p:nvPr/>
        </p:nvSpPr>
        <p:spPr>
          <a:xfrm>
            <a:off x="11001375" y="34290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8C88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8C8880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66DB9EF-DB12-46C6-A028-BF3737FE14F3}"/>
              </a:ext>
            </a:extLst>
          </p:cNvPr>
          <p:cNvSpPr>
            <a:spLocks noGrp="1"/>
          </p:cNvSpPr>
          <p:nvPr/>
        </p:nvSpPr>
        <p:spPr>
          <a:xfrm>
            <a:off x="609600" y="1504950"/>
            <a:ext cx="3352800" cy="14763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190A7AD-72D4-4BAE-9B15-D40875CD56C4}"/>
              </a:ext>
            </a:extLst>
          </p:cNvPr>
          <p:cNvSpPr>
            <a:spLocks noGrp="1"/>
          </p:cNvSpPr>
          <p:nvPr/>
        </p:nvSpPr>
        <p:spPr>
          <a:xfrm>
            <a:off x="838200" y="1809750"/>
            <a:ext cx="723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300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E741A5D-61B2-45B9-862E-DF4CEC4BFAE3}"/>
              </a:ext>
            </a:extLst>
          </p:cNvPr>
          <p:cNvSpPr>
            <a:spLocks noGrp="1"/>
          </p:cNvSpPr>
          <p:nvPr/>
        </p:nvSpPr>
        <p:spPr>
          <a:xfrm>
            <a:off x="1733550" y="1866900"/>
            <a:ext cx="19526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EXIF 추출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778E54C-D0B4-4A2D-B82A-646BD2E5B2C8}"/>
              </a:ext>
            </a:extLst>
          </p:cNvPr>
          <p:cNvSpPr>
            <a:spLocks noGrp="1"/>
          </p:cNvSpPr>
          <p:nvPr/>
        </p:nvSpPr>
        <p:spPr>
          <a:xfrm>
            <a:off x="1733550" y="2362200"/>
            <a:ext cx="1952625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555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55524D"/>
                </a:solidFill>
                <a:latin typeface="Apple SD Gothic Neo"/>
                <a:ea typeface="Apple SD Gothic Neo"/>
                <a:cs typeface="Apple SD Gothic Neo"/>
              </a:rPr>
              <a:t>GPS·촬영 날짜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B84A9B6-2CB8-4AB9-81FF-135141EEF416}"/>
              </a:ext>
            </a:extLst>
          </p:cNvPr>
          <p:cNvSpPr>
            <a:spLocks noGrp="1"/>
          </p:cNvSpPr>
          <p:nvPr/>
        </p:nvSpPr>
        <p:spPr>
          <a:xfrm>
            <a:off x="4000500" y="2238375"/>
            <a:ext cx="266700" cy="19050"/>
          </a:xfrm>
          <a:prstGeom prst="rect">
            <a:avLst/>
          </a:prstGeom>
          <a:solidFill>
            <a:srgbClr val="4F2D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C265C3A-E953-4302-AB42-4967BC844B28}"/>
              </a:ext>
            </a:extLst>
          </p:cNvPr>
          <p:cNvSpPr>
            <a:spLocks noGrp="1"/>
          </p:cNvSpPr>
          <p:nvPr/>
        </p:nvSpPr>
        <p:spPr>
          <a:xfrm>
            <a:off x="4267200" y="1504950"/>
            <a:ext cx="3352800" cy="1476375"/>
          </a:xfrm>
          <a:prstGeom prst="rect">
            <a:avLst/>
          </a:prstGeom>
          <a:solidFill>
            <a:srgbClr val="F7F6F3"/>
          </a:solidFill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00C3E77-ADD9-4C2E-98A5-074FA4BADDC5}"/>
              </a:ext>
            </a:extLst>
          </p:cNvPr>
          <p:cNvSpPr>
            <a:spLocks noGrp="1"/>
          </p:cNvSpPr>
          <p:nvPr/>
        </p:nvSpPr>
        <p:spPr>
          <a:xfrm>
            <a:off x="4495800" y="1809750"/>
            <a:ext cx="723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300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DECDDFC-D1D7-4195-ABAE-00AE4BDBF3A3}"/>
              </a:ext>
            </a:extLst>
          </p:cNvPr>
          <p:cNvSpPr>
            <a:spLocks noGrp="1"/>
          </p:cNvSpPr>
          <p:nvPr/>
        </p:nvSpPr>
        <p:spPr>
          <a:xfrm>
            <a:off x="5391150" y="1866900"/>
            <a:ext cx="19526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인물 임베딩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56F708D-3702-48EF-A1D2-B97D07EFDA64}"/>
              </a:ext>
            </a:extLst>
          </p:cNvPr>
          <p:cNvSpPr>
            <a:spLocks noGrp="1"/>
          </p:cNvSpPr>
          <p:nvPr/>
        </p:nvSpPr>
        <p:spPr>
          <a:xfrm>
            <a:off x="5391150" y="2362200"/>
            <a:ext cx="1952625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555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55524D"/>
                </a:solidFill>
                <a:latin typeface="Apple SD Gothic Neo"/>
                <a:ea typeface="Apple SD Gothic Neo"/>
                <a:cs typeface="Apple SD Gothic Neo"/>
              </a:rPr>
              <a:t>등록 인물 일괄 전송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927D008E-412A-486D-922A-E0082E22EC67}"/>
              </a:ext>
            </a:extLst>
          </p:cNvPr>
          <p:cNvSpPr>
            <a:spLocks noGrp="1"/>
          </p:cNvSpPr>
          <p:nvPr/>
        </p:nvSpPr>
        <p:spPr>
          <a:xfrm>
            <a:off x="7658100" y="2238375"/>
            <a:ext cx="266700" cy="19050"/>
          </a:xfrm>
          <a:prstGeom prst="rect">
            <a:avLst/>
          </a:prstGeom>
          <a:solidFill>
            <a:srgbClr val="4F2D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E001A2B8-9E59-466C-BB2F-8BFE46B39B63}"/>
              </a:ext>
            </a:extLst>
          </p:cNvPr>
          <p:cNvSpPr>
            <a:spLocks noGrp="1"/>
          </p:cNvSpPr>
          <p:nvPr/>
        </p:nvSpPr>
        <p:spPr>
          <a:xfrm>
            <a:off x="7924800" y="1504950"/>
            <a:ext cx="3352800" cy="14763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9460E26-2075-4DA8-8258-DFD7D4FD954E}"/>
              </a:ext>
            </a:extLst>
          </p:cNvPr>
          <p:cNvSpPr>
            <a:spLocks noGrp="1"/>
          </p:cNvSpPr>
          <p:nvPr/>
        </p:nvSpPr>
        <p:spPr>
          <a:xfrm>
            <a:off x="8153400" y="1809750"/>
            <a:ext cx="723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300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D21611D-5536-4929-B284-888786AF7971}"/>
              </a:ext>
            </a:extLst>
          </p:cNvPr>
          <p:cNvSpPr>
            <a:spLocks noGrp="1"/>
          </p:cNvSpPr>
          <p:nvPr/>
        </p:nvSpPr>
        <p:spPr>
          <a:xfrm>
            <a:off x="9048750" y="1866900"/>
            <a:ext cx="19526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AI 분류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2319EE8-1DBC-44B2-B666-A5DA46D490E9}"/>
              </a:ext>
            </a:extLst>
          </p:cNvPr>
          <p:cNvSpPr>
            <a:spLocks noGrp="1"/>
          </p:cNvSpPr>
          <p:nvPr/>
        </p:nvSpPr>
        <p:spPr>
          <a:xfrm>
            <a:off x="9048750" y="2362200"/>
            <a:ext cx="1952625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555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55524D"/>
                </a:solidFill>
                <a:latin typeface="Apple SD Gothic Neo"/>
                <a:ea typeface="Apple SD Gothic Neo"/>
                <a:cs typeface="Apple SD Gothic Neo"/>
              </a:rPr>
              <a:t>self / matched / unmatched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98B1649D-C04B-45F5-A944-02F4C3F498FA}"/>
              </a:ext>
            </a:extLst>
          </p:cNvPr>
          <p:cNvSpPr>
            <a:spLocks noGrp="1"/>
          </p:cNvSpPr>
          <p:nvPr/>
        </p:nvSpPr>
        <p:spPr>
          <a:xfrm>
            <a:off x="609600" y="3457575"/>
            <a:ext cx="3352800" cy="1476375"/>
          </a:xfrm>
          <a:prstGeom prst="rect">
            <a:avLst/>
          </a:prstGeom>
          <a:solidFill>
            <a:srgbClr val="F7F6F3"/>
          </a:solidFill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AD7BBBA6-A88E-4B04-85B9-3B8FE9C42BEA}"/>
              </a:ext>
            </a:extLst>
          </p:cNvPr>
          <p:cNvSpPr>
            <a:spLocks noGrp="1"/>
          </p:cNvSpPr>
          <p:nvPr/>
        </p:nvSpPr>
        <p:spPr>
          <a:xfrm>
            <a:off x="838200" y="3762375"/>
            <a:ext cx="723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300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9073AF0E-D90B-434E-8120-1AF3A51D1106}"/>
              </a:ext>
            </a:extLst>
          </p:cNvPr>
          <p:cNvSpPr>
            <a:spLocks noGrp="1"/>
          </p:cNvSpPr>
          <p:nvPr/>
        </p:nvSpPr>
        <p:spPr>
          <a:xfrm>
            <a:off x="1733550" y="3819525"/>
            <a:ext cx="19526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공간 클러스터링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AB8A2CD6-274B-42DF-BCB8-F758F7D09102}"/>
              </a:ext>
            </a:extLst>
          </p:cNvPr>
          <p:cNvSpPr>
            <a:spLocks noGrp="1"/>
          </p:cNvSpPr>
          <p:nvPr/>
        </p:nvSpPr>
        <p:spPr>
          <a:xfrm>
            <a:off x="1733550" y="4314825"/>
            <a:ext cx="1952625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555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55524D"/>
                </a:solidFill>
                <a:latin typeface="Apple SD Gothic Neo"/>
                <a:ea typeface="Apple SD Gothic Neo"/>
                <a:cs typeface="Apple SD Gothic Neo"/>
              </a:rPr>
              <a:t>같은 날짜·200m 이내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AA21F3EF-292A-4D59-9057-651BDB8597E8}"/>
              </a:ext>
            </a:extLst>
          </p:cNvPr>
          <p:cNvSpPr>
            <a:spLocks noGrp="1"/>
          </p:cNvSpPr>
          <p:nvPr/>
        </p:nvSpPr>
        <p:spPr>
          <a:xfrm>
            <a:off x="4000500" y="4191000"/>
            <a:ext cx="266700" cy="19050"/>
          </a:xfrm>
          <a:prstGeom prst="rect">
            <a:avLst/>
          </a:prstGeom>
          <a:solidFill>
            <a:srgbClr val="4F2D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77789DD-6DF8-4C3E-8B9D-B223B75848DB}"/>
              </a:ext>
            </a:extLst>
          </p:cNvPr>
          <p:cNvSpPr>
            <a:spLocks noGrp="1"/>
          </p:cNvSpPr>
          <p:nvPr/>
        </p:nvSpPr>
        <p:spPr>
          <a:xfrm>
            <a:off x="4267200" y="3457575"/>
            <a:ext cx="3352800" cy="14763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378851BD-2242-4898-93AC-D6BCA83D2C80}"/>
              </a:ext>
            </a:extLst>
          </p:cNvPr>
          <p:cNvSpPr>
            <a:spLocks noGrp="1"/>
          </p:cNvSpPr>
          <p:nvPr/>
        </p:nvSpPr>
        <p:spPr>
          <a:xfrm>
            <a:off x="4495800" y="3762375"/>
            <a:ext cx="723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300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41C75452-D1B2-4A9D-A181-5A6AF10C3F0E}"/>
              </a:ext>
            </a:extLst>
          </p:cNvPr>
          <p:cNvSpPr>
            <a:spLocks noGrp="1"/>
          </p:cNvSpPr>
          <p:nvPr/>
        </p:nvSpPr>
        <p:spPr>
          <a:xfrm>
            <a:off x="5391150" y="3819525"/>
            <a:ext cx="19526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일정 매칭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B652B42D-6AB5-48C1-9545-7E36924A8A84}"/>
              </a:ext>
            </a:extLst>
          </p:cNvPr>
          <p:cNvSpPr>
            <a:spLocks noGrp="1"/>
          </p:cNvSpPr>
          <p:nvPr/>
        </p:nvSpPr>
        <p:spPr>
          <a:xfrm>
            <a:off x="5391150" y="4314825"/>
            <a:ext cx="1952625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555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55524D"/>
                </a:solidFill>
                <a:latin typeface="Apple SD Gothic Neo"/>
                <a:ea typeface="Apple SD Gothic Neo"/>
                <a:cs typeface="Apple SD Gothic Neo"/>
              </a:rPr>
              <a:t>exact / date_only / none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25FE4FB8-8974-4FFB-8500-9AAD6686FCD5}"/>
              </a:ext>
            </a:extLst>
          </p:cNvPr>
          <p:cNvSpPr>
            <a:spLocks noGrp="1"/>
          </p:cNvSpPr>
          <p:nvPr/>
        </p:nvSpPr>
        <p:spPr>
          <a:xfrm>
            <a:off x="7658100" y="4191000"/>
            <a:ext cx="266700" cy="19050"/>
          </a:xfrm>
          <a:prstGeom prst="rect">
            <a:avLst/>
          </a:prstGeom>
          <a:solidFill>
            <a:srgbClr val="4F2D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E04E02F4-1B41-46DA-B7E4-3E0B187052BE}"/>
              </a:ext>
            </a:extLst>
          </p:cNvPr>
          <p:cNvSpPr>
            <a:spLocks noGrp="1"/>
          </p:cNvSpPr>
          <p:nvPr/>
        </p:nvSpPr>
        <p:spPr>
          <a:xfrm>
            <a:off x="7924800" y="3457575"/>
            <a:ext cx="3352800" cy="1476375"/>
          </a:xfrm>
          <a:prstGeom prst="rect">
            <a:avLst/>
          </a:prstGeom>
          <a:solidFill>
            <a:srgbClr val="F7F6F3"/>
          </a:solidFill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C3DC7912-8441-44C4-8CE3-C0CE3CA3F417}"/>
              </a:ext>
            </a:extLst>
          </p:cNvPr>
          <p:cNvSpPr>
            <a:spLocks noGrp="1"/>
          </p:cNvSpPr>
          <p:nvPr/>
        </p:nvSpPr>
        <p:spPr>
          <a:xfrm>
            <a:off x="8153400" y="3762375"/>
            <a:ext cx="723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300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60603F89-C11F-4F1C-8DB2-184F89623B6C}"/>
              </a:ext>
            </a:extLst>
          </p:cNvPr>
          <p:cNvSpPr>
            <a:spLocks noGrp="1"/>
          </p:cNvSpPr>
          <p:nvPr/>
        </p:nvSpPr>
        <p:spPr>
          <a:xfrm>
            <a:off x="9048750" y="3819525"/>
            <a:ext cx="19526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사용자 확정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4FDEFA7D-8A41-411D-8451-F2B97B355463}"/>
              </a:ext>
            </a:extLst>
          </p:cNvPr>
          <p:cNvSpPr>
            <a:spLocks noGrp="1"/>
          </p:cNvSpPr>
          <p:nvPr/>
        </p:nvSpPr>
        <p:spPr>
          <a:xfrm>
            <a:off x="9048750" y="4314825"/>
            <a:ext cx="1952625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555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55524D"/>
                </a:solidFill>
                <a:latin typeface="Apple SD Gothic Neo"/>
                <a:ea typeface="Apple SD Gothic Neo"/>
                <a:cs typeface="Apple SD Gothic Neo"/>
              </a:rPr>
              <a:t>확인 후에만 DB 저장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5C682390-35D6-4884-A3B8-8A38E1F3DB96}"/>
              </a:ext>
            </a:extLst>
          </p:cNvPr>
          <p:cNvSpPr>
            <a:spLocks noGrp="1"/>
          </p:cNvSpPr>
          <p:nvPr/>
        </p:nvSpPr>
        <p:spPr>
          <a:xfrm>
            <a:off x="2476500" y="5715000"/>
            <a:ext cx="7239000" cy="457200"/>
          </a:xfrm>
          <a:prstGeom prst="rect">
            <a:avLst/>
          </a:prstGeom>
          <a:solidFill>
            <a:srgbClr val="2421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DB0B8EB2-4E3C-4BDD-A7C5-A86D2DFBC1BB}"/>
              </a:ext>
            </a:extLst>
          </p:cNvPr>
          <p:cNvSpPr>
            <a:spLocks noGrp="1"/>
          </p:cNvSpPr>
          <p:nvPr/>
        </p:nvSpPr>
        <p:spPr>
          <a:xfrm>
            <a:off x="2667000" y="5819775"/>
            <a:ext cx="6858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사용자가 한 일은 사진 업로드 하나</a:t>
            </a:r>
          </a:p>
        </p:txBody>
      </p:sp>
    </p:spTree>
    <p:extLst>
      <p:ext uri="{BB962C8B-B14F-4D97-AF65-F5344CB8AC3E}">
        <p14:creationId xmlns:p14="http://schemas.microsoft.com/office/powerpoint/2010/main" val="47529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직사각형 56">
            <a:extLst>
              <a:ext uri="{FF2B5EF4-FFF2-40B4-BE49-F238E27FC236}">
                <a16:creationId xmlns:a16="http://schemas.microsoft.com/office/drawing/2014/main" id="{F13414A5-97E3-4404-B4B8-966F4E3B84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32D6E8C-B39F-485C-AEC2-E3CDC7E82D71}"/>
              </a:ext>
            </a:extLst>
          </p:cNvPr>
          <p:cNvSpPr>
            <a:spLocks noGrp="1"/>
          </p:cNvSpPr>
          <p:nvPr/>
        </p:nvSpPr>
        <p:spPr>
          <a:xfrm>
            <a:off x="762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776AA3F-8201-449B-A275-31181339164A}"/>
              </a:ext>
            </a:extLst>
          </p:cNvPr>
          <p:cNvSpPr>
            <a:spLocks noGrp="1"/>
          </p:cNvSpPr>
          <p:nvPr/>
        </p:nvSpPr>
        <p:spPr>
          <a:xfrm>
            <a:off x="1524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7F6C080-7665-4555-97EA-13B8B35AF100}"/>
              </a:ext>
            </a:extLst>
          </p:cNvPr>
          <p:cNvSpPr>
            <a:spLocks noGrp="1"/>
          </p:cNvSpPr>
          <p:nvPr/>
        </p:nvSpPr>
        <p:spPr>
          <a:xfrm>
            <a:off x="2286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76D36F4-5EB2-420F-9EE2-64821A5AFED6}"/>
              </a:ext>
            </a:extLst>
          </p:cNvPr>
          <p:cNvSpPr>
            <a:spLocks noGrp="1"/>
          </p:cNvSpPr>
          <p:nvPr/>
        </p:nvSpPr>
        <p:spPr>
          <a:xfrm>
            <a:off x="3048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85E03FF-9976-4E95-A989-C9CFE7C6FA0A}"/>
              </a:ext>
            </a:extLst>
          </p:cNvPr>
          <p:cNvSpPr>
            <a:spLocks noGrp="1"/>
          </p:cNvSpPr>
          <p:nvPr/>
        </p:nvSpPr>
        <p:spPr>
          <a:xfrm>
            <a:off x="3810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A71C6AF-4A08-446E-B1AC-354D168EFAB5}"/>
              </a:ext>
            </a:extLst>
          </p:cNvPr>
          <p:cNvSpPr>
            <a:spLocks noGrp="1"/>
          </p:cNvSpPr>
          <p:nvPr/>
        </p:nvSpPr>
        <p:spPr>
          <a:xfrm>
            <a:off x="4572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54E61AE-A6DA-44B6-9E5E-A7ED5E7B4036}"/>
              </a:ext>
            </a:extLst>
          </p:cNvPr>
          <p:cNvSpPr>
            <a:spLocks noGrp="1"/>
          </p:cNvSpPr>
          <p:nvPr/>
        </p:nvSpPr>
        <p:spPr>
          <a:xfrm>
            <a:off x="5334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D20D24-F0B4-4FE4-BD0F-CDCD235DD8E0}"/>
              </a:ext>
            </a:extLst>
          </p:cNvPr>
          <p:cNvSpPr>
            <a:spLocks noGrp="1"/>
          </p:cNvSpPr>
          <p:nvPr/>
        </p:nvSpPr>
        <p:spPr>
          <a:xfrm>
            <a:off x="6096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CA7D408-3768-4854-B633-3B5E1FCFFCEC}"/>
              </a:ext>
            </a:extLst>
          </p:cNvPr>
          <p:cNvSpPr>
            <a:spLocks noGrp="1"/>
          </p:cNvSpPr>
          <p:nvPr/>
        </p:nvSpPr>
        <p:spPr>
          <a:xfrm>
            <a:off x="6858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1C0F6D3-55E5-4932-8B15-48A57E0D264F}"/>
              </a:ext>
            </a:extLst>
          </p:cNvPr>
          <p:cNvSpPr>
            <a:spLocks noGrp="1"/>
          </p:cNvSpPr>
          <p:nvPr/>
        </p:nvSpPr>
        <p:spPr>
          <a:xfrm>
            <a:off x="7620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873CE60-B1CA-4ACA-BEBD-9FCB6DC62283}"/>
              </a:ext>
            </a:extLst>
          </p:cNvPr>
          <p:cNvSpPr>
            <a:spLocks noGrp="1"/>
          </p:cNvSpPr>
          <p:nvPr/>
        </p:nvSpPr>
        <p:spPr>
          <a:xfrm>
            <a:off x="8382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E0C7D96-353C-47AD-9184-D7F5BDF4EE88}"/>
              </a:ext>
            </a:extLst>
          </p:cNvPr>
          <p:cNvSpPr>
            <a:spLocks noGrp="1"/>
          </p:cNvSpPr>
          <p:nvPr/>
        </p:nvSpPr>
        <p:spPr>
          <a:xfrm>
            <a:off x="9144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5D19701-5090-43E9-A6AA-87002F97DA03}"/>
              </a:ext>
            </a:extLst>
          </p:cNvPr>
          <p:cNvSpPr>
            <a:spLocks noGrp="1"/>
          </p:cNvSpPr>
          <p:nvPr/>
        </p:nvSpPr>
        <p:spPr>
          <a:xfrm>
            <a:off x="9906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D53D26D-C3EE-49CF-9AF2-9172B11F4134}"/>
              </a:ext>
            </a:extLst>
          </p:cNvPr>
          <p:cNvSpPr>
            <a:spLocks noGrp="1"/>
          </p:cNvSpPr>
          <p:nvPr/>
        </p:nvSpPr>
        <p:spPr>
          <a:xfrm>
            <a:off x="10668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3E2E0C2-B6DF-4508-9951-EC7AF2ED9BEA}"/>
              </a:ext>
            </a:extLst>
          </p:cNvPr>
          <p:cNvSpPr>
            <a:spLocks noGrp="1"/>
          </p:cNvSpPr>
          <p:nvPr/>
        </p:nvSpPr>
        <p:spPr>
          <a:xfrm>
            <a:off x="11430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AEFCA85-31B2-4130-86BC-E2E40334F7D5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652DF45-52F4-4933-98E5-BA9CE461EC27}"/>
              </a:ext>
            </a:extLst>
          </p:cNvPr>
          <p:cNvSpPr>
            <a:spLocks noGrp="1"/>
          </p:cNvSpPr>
          <p:nvPr/>
        </p:nvSpPr>
        <p:spPr>
          <a:xfrm>
            <a:off x="609600" y="2286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B81046E-7042-447B-89B8-D7EF55BFADF9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FCE8F9F-2E79-4FBD-A148-65B3CCB5F788}"/>
              </a:ext>
            </a:extLst>
          </p:cNvPr>
          <p:cNvSpPr>
            <a:spLocks noGrp="1"/>
          </p:cNvSpPr>
          <p:nvPr/>
        </p:nvSpPr>
        <p:spPr>
          <a:xfrm>
            <a:off x="609600" y="3810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4564F99-7054-49D5-85D3-82B9610EE2FB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56810AA-CB19-4DEC-AEBD-9870BD9963B1}"/>
              </a:ext>
            </a:extLst>
          </p:cNvPr>
          <p:cNvSpPr>
            <a:spLocks noGrp="1"/>
          </p:cNvSpPr>
          <p:nvPr/>
        </p:nvSpPr>
        <p:spPr>
          <a:xfrm>
            <a:off x="609600" y="5334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9F97472-C9BF-4031-B0CA-3310EF8416EF}"/>
              </a:ext>
            </a:extLst>
          </p:cNvPr>
          <p:cNvSpPr>
            <a:spLocks noGrp="1"/>
          </p:cNvSpPr>
          <p:nvPr/>
        </p:nvSpPr>
        <p:spPr>
          <a:xfrm>
            <a:off x="609600" y="6096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AF1438B-5763-43C0-9AA6-EA454C2EA128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rPr>
              <a:t>DESIGN DECISIONS 01-02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58C5410-5165-4AF9-9A88-44B04377D041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8858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기록의 진실성을 어떻게 코드로 구현했나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BF4E07D-530C-412E-9B3A-EFC119B511FE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10972800" cy="12383"/>
          </a:xfrm>
          <a:prstGeom prst="rect">
            <a:avLst/>
          </a:prstGeom>
          <a:solidFill>
            <a:srgbClr val="D8D6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826128A-5B59-4B6B-860E-8F6D3550FEE6}"/>
              </a:ext>
            </a:extLst>
          </p:cNvPr>
          <p:cNvSpPr>
            <a:spLocks noGrp="1"/>
          </p:cNvSpPr>
          <p:nvPr/>
        </p:nvSpPr>
        <p:spPr>
          <a:xfrm>
            <a:off x="11001375" y="34290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8C88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8C8880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610D426-E06E-4109-B626-0D633192DE00}"/>
              </a:ext>
            </a:extLst>
          </p:cNvPr>
          <p:cNvSpPr>
            <a:spLocks noGrp="1"/>
          </p:cNvSpPr>
          <p:nvPr/>
        </p:nvSpPr>
        <p:spPr>
          <a:xfrm>
            <a:off x="1143000" y="1304925"/>
            <a:ext cx="9906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rPr>
              <a:t>이 기록이 진짜인가?  기준은 사용자가 아니라 시스템이 먼저 잡는다.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E19E796-D570-4036-83B1-DED936C65528}"/>
              </a:ext>
            </a:extLst>
          </p:cNvPr>
          <p:cNvSpPr>
            <a:spLocks noGrp="1"/>
          </p:cNvSpPr>
          <p:nvPr/>
        </p:nvSpPr>
        <p:spPr>
          <a:xfrm>
            <a:off x="762000" y="1857375"/>
            <a:ext cx="5219700" cy="3619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5B0F136-3BCC-45FE-960A-9C6F6284D641}"/>
              </a:ext>
            </a:extLst>
          </p:cNvPr>
          <p:cNvSpPr>
            <a:spLocks noGrp="1"/>
          </p:cNvSpPr>
          <p:nvPr/>
        </p:nvSpPr>
        <p:spPr>
          <a:xfrm>
            <a:off x="762000" y="1857375"/>
            <a:ext cx="723900" cy="3619500"/>
          </a:xfrm>
          <a:prstGeom prst="rect">
            <a:avLst/>
          </a:prstGeom>
          <a:solidFill>
            <a:srgbClr val="2421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497842A-B038-442C-84AC-541A5503A01F}"/>
              </a:ext>
            </a:extLst>
          </p:cNvPr>
          <p:cNvSpPr>
            <a:spLocks noGrp="1"/>
          </p:cNvSpPr>
          <p:nvPr/>
        </p:nvSpPr>
        <p:spPr>
          <a:xfrm>
            <a:off x="876300" y="2143125"/>
            <a:ext cx="4953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7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98AD4E1-BAD3-43F5-9ABD-4D1118E90A75}"/>
              </a:ext>
            </a:extLst>
          </p:cNvPr>
          <p:cNvSpPr>
            <a:spLocks noGrp="1"/>
          </p:cNvSpPr>
          <p:nvPr/>
        </p:nvSpPr>
        <p:spPr>
          <a:xfrm>
            <a:off x="1752600" y="2162175"/>
            <a:ext cx="361950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Haversine 클러스터링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72AB4F0-CF7D-4F32-8220-3CEFBF0D27F0}"/>
              </a:ext>
            </a:extLst>
          </p:cNvPr>
          <p:cNvSpPr>
            <a:spLocks noGrp="1"/>
          </p:cNvSpPr>
          <p:nvPr/>
        </p:nvSpPr>
        <p:spPr>
          <a:xfrm>
            <a:off x="1752600" y="2647950"/>
            <a:ext cx="3619500" cy="28575"/>
          </a:xfrm>
          <a:prstGeom prst="rect">
            <a:avLst/>
          </a:prstGeom>
          <a:solidFill>
            <a:srgbClr val="4F2D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9BD17DE-9975-47EB-A983-D636B17BF2CB}"/>
              </a:ext>
            </a:extLst>
          </p:cNvPr>
          <p:cNvSpPr>
            <a:spLocks noGrp="1"/>
          </p:cNvSpPr>
          <p:nvPr/>
        </p:nvSpPr>
        <p:spPr>
          <a:xfrm>
            <a:off x="1752600" y="3038475"/>
            <a:ext cx="742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rPr>
              <a:t>기획 의도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736C8CA-3553-4F98-A5F4-4E61192193A8}"/>
              </a:ext>
            </a:extLst>
          </p:cNvPr>
          <p:cNvSpPr>
            <a:spLocks noGrp="1"/>
          </p:cNvSpPr>
          <p:nvPr/>
        </p:nvSpPr>
        <p:spPr>
          <a:xfrm>
            <a:off x="2590800" y="3133725"/>
            <a:ext cx="228600" cy="9525"/>
          </a:xfrm>
          <a:prstGeom prst="rect">
            <a:avLst/>
          </a:prstGeom>
          <a:solidFill>
            <a:srgbClr val="D8D6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4BD1F49-D9B9-4099-8A34-D9EA81A6D588}"/>
              </a:ext>
            </a:extLst>
          </p:cNvPr>
          <p:cNvSpPr>
            <a:spLocks noGrp="1"/>
          </p:cNvSpPr>
          <p:nvPr/>
        </p:nvSpPr>
        <p:spPr>
          <a:xfrm>
            <a:off x="2933700" y="3019425"/>
            <a:ext cx="30003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같은 장소에서 여러 장을 찍어도 방문은 한 번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1FFA0F29-FA8A-460A-AED9-8FD4ED8C879D}"/>
              </a:ext>
            </a:extLst>
          </p:cNvPr>
          <p:cNvSpPr>
            <a:spLocks noGrp="1"/>
          </p:cNvSpPr>
          <p:nvPr/>
        </p:nvSpPr>
        <p:spPr>
          <a:xfrm>
            <a:off x="1752600" y="3724275"/>
            <a:ext cx="742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rPr>
              <a:t>구현 방식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76156975-BA1A-43E2-921F-28895C035FE0}"/>
              </a:ext>
            </a:extLst>
          </p:cNvPr>
          <p:cNvSpPr>
            <a:spLocks noGrp="1"/>
          </p:cNvSpPr>
          <p:nvPr/>
        </p:nvSpPr>
        <p:spPr>
          <a:xfrm>
            <a:off x="2590800" y="3819525"/>
            <a:ext cx="228600" cy="9525"/>
          </a:xfrm>
          <a:prstGeom prst="rect">
            <a:avLst/>
          </a:prstGeom>
          <a:solidFill>
            <a:srgbClr val="D8D6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C33E5547-B11E-4B9C-8643-A73D550C1D91}"/>
              </a:ext>
            </a:extLst>
          </p:cNvPr>
          <p:cNvSpPr>
            <a:spLocks noGrp="1"/>
          </p:cNvSpPr>
          <p:nvPr/>
        </p:nvSpPr>
        <p:spPr>
          <a:xfrm>
            <a:off x="2933700" y="3705225"/>
            <a:ext cx="30003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구면 기하학 거리 + 같은 날짜 + 200m 이내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F91FA2C-FCDD-4677-99BA-23CEE7D30449}"/>
              </a:ext>
            </a:extLst>
          </p:cNvPr>
          <p:cNvSpPr>
            <a:spLocks noGrp="1"/>
          </p:cNvSpPr>
          <p:nvPr/>
        </p:nvSpPr>
        <p:spPr>
          <a:xfrm>
            <a:off x="1752600" y="4410075"/>
            <a:ext cx="742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rPr>
              <a:t>효과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B2FCA032-63D9-45DD-9148-A857D382DDDC}"/>
              </a:ext>
            </a:extLst>
          </p:cNvPr>
          <p:cNvSpPr>
            <a:spLocks noGrp="1"/>
          </p:cNvSpPr>
          <p:nvPr/>
        </p:nvSpPr>
        <p:spPr>
          <a:xfrm>
            <a:off x="2590800" y="4505325"/>
            <a:ext cx="228600" cy="9525"/>
          </a:xfrm>
          <a:prstGeom prst="rect">
            <a:avLst/>
          </a:prstGeom>
          <a:solidFill>
            <a:srgbClr val="D8D6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E48DC1CB-BCF9-4CA6-BB8B-616C1A94B82C}"/>
              </a:ext>
            </a:extLst>
          </p:cNvPr>
          <p:cNvSpPr>
            <a:spLocks noGrp="1"/>
          </p:cNvSpPr>
          <p:nvPr/>
        </p:nvSpPr>
        <p:spPr>
          <a:xfrm>
            <a:off x="2933700" y="4391025"/>
            <a:ext cx="30003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동일 방문의 중복 기록 방지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D7673B15-3D6E-4D90-AB19-26258C59966D}"/>
              </a:ext>
            </a:extLst>
          </p:cNvPr>
          <p:cNvSpPr>
            <a:spLocks noGrp="1"/>
          </p:cNvSpPr>
          <p:nvPr/>
        </p:nvSpPr>
        <p:spPr>
          <a:xfrm>
            <a:off x="6210300" y="1857375"/>
            <a:ext cx="5219700" cy="3619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C5E9B0B-235F-4821-A2BE-5892A40210EA}"/>
              </a:ext>
            </a:extLst>
          </p:cNvPr>
          <p:cNvSpPr>
            <a:spLocks noGrp="1"/>
          </p:cNvSpPr>
          <p:nvPr/>
        </p:nvSpPr>
        <p:spPr>
          <a:xfrm>
            <a:off x="6210300" y="1857375"/>
            <a:ext cx="723900" cy="3619500"/>
          </a:xfrm>
          <a:prstGeom prst="rect">
            <a:avLst/>
          </a:prstGeom>
          <a:solidFill>
            <a:srgbClr val="2421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8962AF7C-D74E-408B-AA74-3B7BADA441BE}"/>
              </a:ext>
            </a:extLst>
          </p:cNvPr>
          <p:cNvSpPr>
            <a:spLocks noGrp="1"/>
          </p:cNvSpPr>
          <p:nvPr/>
        </p:nvSpPr>
        <p:spPr>
          <a:xfrm>
            <a:off x="6324600" y="2143125"/>
            <a:ext cx="4953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7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4DE5C1D-5762-4712-BEE4-07C69187EC76}"/>
              </a:ext>
            </a:extLst>
          </p:cNvPr>
          <p:cNvSpPr>
            <a:spLocks noGrp="1"/>
          </p:cNvSpPr>
          <p:nvPr/>
        </p:nvSpPr>
        <p:spPr>
          <a:xfrm>
            <a:off x="7200900" y="2162175"/>
            <a:ext cx="361950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3단계 매칭 우선순위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433A95A8-3A0C-4FF6-8550-9FC8C29C3D1F}"/>
              </a:ext>
            </a:extLst>
          </p:cNvPr>
          <p:cNvSpPr>
            <a:spLocks noGrp="1"/>
          </p:cNvSpPr>
          <p:nvPr/>
        </p:nvSpPr>
        <p:spPr>
          <a:xfrm>
            <a:off x="7200900" y="2647950"/>
            <a:ext cx="3619500" cy="28575"/>
          </a:xfrm>
          <a:prstGeom prst="rect">
            <a:avLst/>
          </a:prstGeom>
          <a:solidFill>
            <a:srgbClr val="4F2D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BED1FB9C-5902-4721-BDFD-6A8EBA95AFF1}"/>
              </a:ext>
            </a:extLst>
          </p:cNvPr>
          <p:cNvSpPr>
            <a:spLocks noGrp="1"/>
          </p:cNvSpPr>
          <p:nvPr/>
        </p:nvSpPr>
        <p:spPr>
          <a:xfrm>
            <a:off x="7200900" y="3038475"/>
            <a:ext cx="742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rPr>
              <a:t>기획 의도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43FBE3B2-6B44-48F8-A29B-CA00F9E499E8}"/>
              </a:ext>
            </a:extLst>
          </p:cNvPr>
          <p:cNvSpPr>
            <a:spLocks noGrp="1"/>
          </p:cNvSpPr>
          <p:nvPr/>
        </p:nvSpPr>
        <p:spPr>
          <a:xfrm>
            <a:off x="8039100" y="3133725"/>
            <a:ext cx="228600" cy="9525"/>
          </a:xfrm>
          <a:prstGeom prst="rect">
            <a:avLst/>
          </a:prstGeom>
          <a:solidFill>
            <a:srgbClr val="D8D6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5785ED5D-8AD7-45FD-8A31-3679AA34DABC}"/>
              </a:ext>
            </a:extLst>
          </p:cNvPr>
          <p:cNvSpPr>
            <a:spLocks noGrp="1"/>
          </p:cNvSpPr>
          <p:nvPr/>
        </p:nvSpPr>
        <p:spPr>
          <a:xfrm>
            <a:off x="8382000" y="3019425"/>
            <a:ext cx="30003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계획 일정인지 즉흥 방문인지 서버가 판단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7CBB5FC2-BD21-4A62-BEBD-0ADF90E7774D}"/>
              </a:ext>
            </a:extLst>
          </p:cNvPr>
          <p:cNvSpPr>
            <a:spLocks noGrp="1"/>
          </p:cNvSpPr>
          <p:nvPr/>
        </p:nvSpPr>
        <p:spPr>
          <a:xfrm>
            <a:off x="7200900" y="3724275"/>
            <a:ext cx="742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rPr>
              <a:t>구현 방식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2D0A24F9-0B3B-4577-A9BB-CAB518A9B3AE}"/>
              </a:ext>
            </a:extLst>
          </p:cNvPr>
          <p:cNvSpPr>
            <a:spLocks noGrp="1"/>
          </p:cNvSpPr>
          <p:nvPr/>
        </p:nvSpPr>
        <p:spPr>
          <a:xfrm>
            <a:off x="8039100" y="3819525"/>
            <a:ext cx="228600" cy="9525"/>
          </a:xfrm>
          <a:prstGeom prst="rect">
            <a:avLst/>
          </a:prstGeom>
          <a:solidFill>
            <a:srgbClr val="D8D6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06DA3E95-9921-43A8-B7BB-7D2AE2690A91}"/>
              </a:ext>
            </a:extLst>
          </p:cNvPr>
          <p:cNvSpPr>
            <a:spLocks noGrp="1"/>
          </p:cNvSpPr>
          <p:nvPr/>
        </p:nvSpPr>
        <p:spPr>
          <a:xfrm>
            <a:off x="8382000" y="3705225"/>
            <a:ext cx="30003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exact → date_only → none 순서 판정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D2AD41A4-3DA5-439E-988F-1229E97B5AD0}"/>
              </a:ext>
            </a:extLst>
          </p:cNvPr>
          <p:cNvSpPr>
            <a:spLocks noGrp="1"/>
          </p:cNvSpPr>
          <p:nvPr/>
        </p:nvSpPr>
        <p:spPr>
          <a:xfrm>
            <a:off x="7200900" y="4410075"/>
            <a:ext cx="742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rPr>
              <a:t>효과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557B6535-7A84-4C9A-B545-B01D9A63373A}"/>
              </a:ext>
            </a:extLst>
          </p:cNvPr>
          <p:cNvSpPr>
            <a:spLocks noGrp="1"/>
          </p:cNvSpPr>
          <p:nvPr/>
        </p:nvSpPr>
        <p:spPr>
          <a:xfrm>
            <a:off x="8039100" y="4505325"/>
            <a:ext cx="228600" cy="9525"/>
          </a:xfrm>
          <a:prstGeom prst="rect">
            <a:avLst/>
          </a:prstGeom>
          <a:solidFill>
            <a:srgbClr val="D8D6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C0516486-EFE6-44F2-BB68-7FB4ACC99DDD}"/>
              </a:ext>
            </a:extLst>
          </p:cNvPr>
          <p:cNvSpPr>
            <a:spLocks noGrp="1"/>
          </p:cNvSpPr>
          <p:nvPr/>
        </p:nvSpPr>
        <p:spPr>
          <a:xfrm>
            <a:off x="8382000" y="4391025"/>
            <a:ext cx="30003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사용자 개입은 마지막에만 요청</a:t>
            </a:r>
          </a:p>
        </p:txBody>
      </p:sp>
    </p:spTree>
    <p:extLst>
      <p:ext uri="{BB962C8B-B14F-4D97-AF65-F5344CB8AC3E}">
        <p14:creationId xmlns:p14="http://schemas.microsoft.com/office/powerpoint/2010/main" val="1596660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직사각형 56">
            <a:extLst>
              <a:ext uri="{FF2B5EF4-FFF2-40B4-BE49-F238E27FC236}">
                <a16:creationId xmlns:a16="http://schemas.microsoft.com/office/drawing/2014/main" id="{2403A890-64C6-4543-9706-4A9B1E367B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C5A325B-3B3B-4139-8E32-3AC01FA324D7}"/>
              </a:ext>
            </a:extLst>
          </p:cNvPr>
          <p:cNvSpPr>
            <a:spLocks noGrp="1"/>
          </p:cNvSpPr>
          <p:nvPr/>
        </p:nvSpPr>
        <p:spPr>
          <a:xfrm>
            <a:off x="762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1827B9A-56AF-4CB1-9E57-3AD28ABA99FF}"/>
              </a:ext>
            </a:extLst>
          </p:cNvPr>
          <p:cNvSpPr>
            <a:spLocks noGrp="1"/>
          </p:cNvSpPr>
          <p:nvPr/>
        </p:nvSpPr>
        <p:spPr>
          <a:xfrm>
            <a:off x="1524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69C07F7-CE9A-44C7-B749-8BF231CD9C38}"/>
              </a:ext>
            </a:extLst>
          </p:cNvPr>
          <p:cNvSpPr>
            <a:spLocks noGrp="1"/>
          </p:cNvSpPr>
          <p:nvPr/>
        </p:nvSpPr>
        <p:spPr>
          <a:xfrm>
            <a:off x="2286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27D9D5E-5541-4201-821F-D8D4392D1763}"/>
              </a:ext>
            </a:extLst>
          </p:cNvPr>
          <p:cNvSpPr>
            <a:spLocks noGrp="1"/>
          </p:cNvSpPr>
          <p:nvPr/>
        </p:nvSpPr>
        <p:spPr>
          <a:xfrm>
            <a:off x="3048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7608B5F-C1B1-4163-B5A8-2F61654311E0}"/>
              </a:ext>
            </a:extLst>
          </p:cNvPr>
          <p:cNvSpPr>
            <a:spLocks noGrp="1"/>
          </p:cNvSpPr>
          <p:nvPr/>
        </p:nvSpPr>
        <p:spPr>
          <a:xfrm>
            <a:off x="3810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1EAA26A-0158-4E36-A225-812DE8047B8A}"/>
              </a:ext>
            </a:extLst>
          </p:cNvPr>
          <p:cNvSpPr>
            <a:spLocks noGrp="1"/>
          </p:cNvSpPr>
          <p:nvPr/>
        </p:nvSpPr>
        <p:spPr>
          <a:xfrm>
            <a:off x="4572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410DE5D-AD04-4950-94D2-2A09C95B1998}"/>
              </a:ext>
            </a:extLst>
          </p:cNvPr>
          <p:cNvSpPr>
            <a:spLocks noGrp="1"/>
          </p:cNvSpPr>
          <p:nvPr/>
        </p:nvSpPr>
        <p:spPr>
          <a:xfrm>
            <a:off x="5334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A5E186C-695B-411C-95A5-C52F39EF21E4}"/>
              </a:ext>
            </a:extLst>
          </p:cNvPr>
          <p:cNvSpPr>
            <a:spLocks noGrp="1"/>
          </p:cNvSpPr>
          <p:nvPr/>
        </p:nvSpPr>
        <p:spPr>
          <a:xfrm>
            <a:off x="6096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57D21FA-0C36-4223-83B7-7AFA06CEA7A5}"/>
              </a:ext>
            </a:extLst>
          </p:cNvPr>
          <p:cNvSpPr>
            <a:spLocks noGrp="1"/>
          </p:cNvSpPr>
          <p:nvPr/>
        </p:nvSpPr>
        <p:spPr>
          <a:xfrm>
            <a:off x="6858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8BCA09B-4AFF-43AC-A814-C210FDAF001B}"/>
              </a:ext>
            </a:extLst>
          </p:cNvPr>
          <p:cNvSpPr>
            <a:spLocks noGrp="1"/>
          </p:cNvSpPr>
          <p:nvPr/>
        </p:nvSpPr>
        <p:spPr>
          <a:xfrm>
            <a:off x="7620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216DEF1-8A20-4F13-879F-B919A55A9959}"/>
              </a:ext>
            </a:extLst>
          </p:cNvPr>
          <p:cNvSpPr>
            <a:spLocks noGrp="1"/>
          </p:cNvSpPr>
          <p:nvPr/>
        </p:nvSpPr>
        <p:spPr>
          <a:xfrm>
            <a:off x="8382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7571ED0-D48A-4BCE-A491-65069B81BF38}"/>
              </a:ext>
            </a:extLst>
          </p:cNvPr>
          <p:cNvSpPr>
            <a:spLocks noGrp="1"/>
          </p:cNvSpPr>
          <p:nvPr/>
        </p:nvSpPr>
        <p:spPr>
          <a:xfrm>
            <a:off x="9144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A53F6EA-811E-4438-8B9B-0FCE19D3E370}"/>
              </a:ext>
            </a:extLst>
          </p:cNvPr>
          <p:cNvSpPr>
            <a:spLocks noGrp="1"/>
          </p:cNvSpPr>
          <p:nvPr/>
        </p:nvSpPr>
        <p:spPr>
          <a:xfrm>
            <a:off x="9906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D255A91-BA92-4D2A-B802-126FD6518575}"/>
              </a:ext>
            </a:extLst>
          </p:cNvPr>
          <p:cNvSpPr>
            <a:spLocks noGrp="1"/>
          </p:cNvSpPr>
          <p:nvPr/>
        </p:nvSpPr>
        <p:spPr>
          <a:xfrm>
            <a:off x="10668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B3ACA28-2406-4B02-A83C-E1CE1DB13C4B}"/>
              </a:ext>
            </a:extLst>
          </p:cNvPr>
          <p:cNvSpPr>
            <a:spLocks noGrp="1"/>
          </p:cNvSpPr>
          <p:nvPr/>
        </p:nvSpPr>
        <p:spPr>
          <a:xfrm>
            <a:off x="11430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8FE162C-2EBA-4EF0-831E-E0E4D0617AC5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59E6762-DFF8-4740-A038-91601952252C}"/>
              </a:ext>
            </a:extLst>
          </p:cNvPr>
          <p:cNvSpPr>
            <a:spLocks noGrp="1"/>
          </p:cNvSpPr>
          <p:nvPr/>
        </p:nvSpPr>
        <p:spPr>
          <a:xfrm>
            <a:off x="609600" y="2286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94A45E6-99B1-4F4C-BD8D-6A5F35DABFF3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D78EDD4-A798-4F17-854B-0B17590505A9}"/>
              </a:ext>
            </a:extLst>
          </p:cNvPr>
          <p:cNvSpPr>
            <a:spLocks noGrp="1"/>
          </p:cNvSpPr>
          <p:nvPr/>
        </p:nvSpPr>
        <p:spPr>
          <a:xfrm>
            <a:off x="609600" y="3810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CACDC84-3FF6-4438-84D7-159043B91A24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EC3E67F-EC83-488B-9544-9A15565AB7E5}"/>
              </a:ext>
            </a:extLst>
          </p:cNvPr>
          <p:cNvSpPr>
            <a:spLocks noGrp="1"/>
          </p:cNvSpPr>
          <p:nvPr/>
        </p:nvSpPr>
        <p:spPr>
          <a:xfrm>
            <a:off x="609600" y="5334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CF938C9-8EA5-41F7-8D43-810C5BA49F08}"/>
              </a:ext>
            </a:extLst>
          </p:cNvPr>
          <p:cNvSpPr>
            <a:spLocks noGrp="1"/>
          </p:cNvSpPr>
          <p:nvPr/>
        </p:nvSpPr>
        <p:spPr>
          <a:xfrm>
            <a:off x="609600" y="6096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1C36D11-C4F3-4AAD-9EA7-8C5C0AA7C261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rPr>
              <a:t>DESIGN DECISIONS 03-04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B0C2F21-F57E-4381-9690-95234952E220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8858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자동화가 기록을 왜곡하지 않도록 막는 장치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4A71236-9067-4304-BBF1-7D33178081A9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10972800" cy="12383"/>
          </a:xfrm>
          <a:prstGeom prst="rect">
            <a:avLst/>
          </a:prstGeom>
          <a:solidFill>
            <a:srgbClr val="D8D6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72E0F51-01BC-46BE-8BDD-1E4548A72A75}"/>
              </a:ext>
            </a:extLst>
          </p:cNvPr>
          <p:cNvSpPr>
            <a:spLocks noGrp="1"/>
          </p:cNvSpPr>
          <p:nvPr/>
        </p:nvSpPr>
        <p:spPr>
          <a:xfrm>
            <a:off x="11001375" y="34290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8C88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8C8880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CE05BDA-EAF0-468F-8E10-D96AB1670820}"/>
              </a:ext>
            </a:extLst>
          </p:cNvPr>
          <p:cNvSpPr>
            <a:spLocks noGrp="1"/>
          </p:cNvSpPr>
          <p:nvPr/>
        </p:nvSpPr>
        <p:spPr>
          <a:xfrm>
            <a:off x="1143000" y="1304925"/>
            <a:ext cx="9906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rPr>
              <a:t>기록은 수정되는 것이 아니라 쌓이는 것이어야 한다.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DB81CCF-FACB-492B-9E96-6312C5820C50}"/>
              </a:ext>
            </a:extLst>
          </p:cNvPr>
          <p:cNvSpPr>
            <a:spLocks noGrp="1"/>
          </p:cNvSpPr>
          <p:nvPr/>
        </p:nvSpPr>
        <p:spPr>
          <a:xfrm>
            <a:off x="762000" y="1857375"/>
            <a:ext cx="5219700" cy="3619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C9E26FD-32FA-462E-A2E0-09FDBA7C37EE}"/>
              </a:ext>
            </a:extLst>
          </p:cNvPr>
          <p:cNvSpPr>
            <a:spLocks noGrp="1"/>
          </p:cNvSpPr>
          <p:nvPr/>
        </p:nvSpPr>
        <p:spPr>
          <a:xfrm>
            <a:off x="762000" y="1857375"/>
            <a:ext cx="723900" cy="3619500"/>
          </a:xfrm>
          <a:prstGeom prst="rect">
            <a:avLst/>
          </a:prstGeom>
          <a:solidFill>
            <a:srgbClr val="2421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AB21C82-CFFB-497C-A829-40FFF90F88BD}"/>
              </a:ext>
            </a:extLst>
          </p:cNvPr>
          <p:cNvSpPr>
            <a:spLocks noGrp="1"/>
          </p:cNvSpPr>
          <p:nvPr/>
        </p:nvSpPr>
        <p:spPr>
          <a:xfrm>
            <a:off x="876300" y="2143125"/>
            <a:ext cx="4953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7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54F472B-38E5-4B23-99BE-4738B46F98EB}"/>
              </a:ext>
            </a:extLst>
          </p:cNvPr>
          <p:cNvSpPr>
            <a:spLocks noGrp="1"/>
          </p:cNvSpPr>
          <p:nvPr/>
        </p:nvSpPr>
        <p:spPr>
          <a:xfrm>
            <a:off x="1752600" y="2162175"/>
            <a:ext cx="361950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단방향 State Machine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9128B91-4051-4213-B193-E55DD472F63C}"/>
              </a:ext>
            </a:extLst>
          </p:cNvPr>
          <p:cNvSpPr>
            <a:spLocks noGrp="1"/>
          </p:cNvSpPr>
          <p:nvPr/>
        </p:nvSpPr>
        <p:spPr>
          <a:xfrm>
            <a:off x="1752600" y="2647950"/>
            <a:ext cx="3619500" cy="28575"/>
          </a:xfrm>
          <a:prstGeom prst="rect">
            <a:avLst/>
          </a:prstGeom>
          <a:solidFill>
            <a:srgbClr val="4F2D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813F2C4-60D3-44AB-93AF-860EF863FF2A}"/>
              </a:ext>
            </a:extLst>
          </p:cNvPr>
          <p:cNvSpPr>
            <a:spLocks noGrp="1"/>
          </p:cNvSpPr>
          <p:nvPr/>
        </p:nvSpPr>
        <p:spPr>
          <a:xfrm>
            <a:off x="1752600" y="3038475"/>
            <a:ext cx="742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rPr>
              <a:t>기획 의도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A1D2882-8A73-4C44-804B-5791707C99D3}"/>
              </a:ext>
            </a:extLst>
          </p:cNvPr>
          <p:cNvSpPr>
            <a:spLocks noGrp="1"/>
          </p:cNvSpPr>
          <p:nvPr/>
        </p:nvSpPr>
        <p:spPr>
          <a:xfrm>
            <a:off x="2590800" y="3133725"/>
            <a:ext cx="228600" cy="9525"/>
          </a:xfrm>
          <a:prstGeom prst="rect">
            <a:avLst/>
          </a:prstGeom>
          <a:solidFill>
            <a:srgbClr val="D8D6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8993EF1-4136-4D3B-BAE5-4FEC3B8CAD9E}"/>
              </a:ext>
            </a:extLst>
          </p:cNvPr>
          <p:cNvSpPr>
            <a:spLocks noGrp="1"/>
          </p:cNvSpPr>
          <p:nvPr/>
        </p:nvSpPr>
        <p:spPr>
          <a:xfrm>
            <a:off x="2933700" y="3019425"/>
            <a:ext cx="30003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상태가 되돌아가면 기록 신뢰가 깨짐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33387BB9-E344-42A3-992C-32F4A400E46F}"/>
              </a:ext>
            </a:extLst>
          </p:cNvPr>
          <p:cNvSpPr>
            <a:spLocks noGrp="1"/>
          </p:cNvSpPr>
          <p:nvPr/>
        </p:nvSpPr>
        <p:spPr>
          <a:xfrm>
            <a:off x="1752600" y="3724275"/>
            <a:ext cx="742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rPr>
              <a:t>구현 방식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3173C52D-CAEF-4C00-AAE5-4D055D26B80D}"/>
              </a:ext>
            </a:extLst>
          </p:cNvPr>
          <p:cNvSpPr>
            <a:spLocks noGrp="1"/>
          </p:cNvSpPr>
          <p:nvPr/>
        </p:nvSpPr>
        <p:spPr>
          <a:xfrm>
            <a:off x="2590800" y="3819525"/>
            <a:ext cx="228600" cy="9525"/>
          </a:xfrm>
          <a:prstGeom prst="rect">
            <a:avLst/>
          </a:prstGeom>
          <a:solidFill>
            <a:srgbClr val="D8D6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4D867F7-D1FE-4FF3-A55C-DDA25F5238F3}"/>
              </a:ext>
            </a:extLst>
          </p:cNvPr>
          <p:cNvSpPr>
            <a:spLocks noGrp="1"/>
          </p:cNvSpPr>
          <p:nvPr/>
        </p:nvSpPr>
        <p:spPr>
          <a:xfrm>
            <a:off x="2933700" y="3705225"/>
            <a:ext cx="30003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Planned → Completed만 허용, 미래 완료 차단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F799813E-41C9-467B-B200-138890CF223F}"/>
              </a:ext>
            </a:extLst>
          </p:cNvPr>
          <p:cNvSpPr>
            <a:spLocks noGrp="1"/>
          </p:cNvSpPr>
          <p:nvPr/>
        </p:nvSpPr>
        <p:spPr>
          <a:xfrm>
            <a:off x="1752600" y="4410075"/>
            <a:ext cx="742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rPr>
              <a:t>효과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78A0D87-B2F6-4473-B04F-8593D7D2A273}"/>
              </a:ext>
            </a:extLst>
          </p:cNvPr>
          <p:cNvSpPr>
            <a:spLocks noGrp="1"/>
          </p:cNvSpPr>
          <p:nvPr/>
        </p:nvSpPr>
        <p:spPr>
          <a:xfrm>
            <a:off x="2590800" y="4505325"/>
            <a:ext cx="228600" cy="9525"/>
          </a:xfrm>
          <a:prstGeom prst="rect">
            <a:avLst/>
          </a:prstGeom>
          <a:solidFill>
            <a:srgbClr val="D8D6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7BEA2A0B-9A9F-4D16-8F4D-6AFB9F155DAD}"/>
              </a:ext>
            </a:extLst>
          </p:cNvPr>
          <p:cNvSpPr>
            <a:spLocks noGrp="1"/>
          </p:cNvSpPr>
          <p:nvPr/>
        </p:nvSpPr>
        <p:spPr>
          <a:xfrm>
            <a:off x="2933700" y="4391025"/>
            <a:ext cx="30003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서버가 상태의 Source of Truth 전담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24C9A2C5-7223-4925-A566-299DB6A0AE27}"/>
              </a:ext>
            </a:extLst>
          </p:cNvPr>
          <p:cNvSpPr>
            <a:spLocks noGrp="1"/>
          </p:cNvSpPr>
          <p:nvPr/>
        </p:nvSpPr>
        <p:spPr>
          <a:xfrm>
            <a:off x="6210300" y="1857375"/>
            <a:ext cx="5219700" cy="3619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F347C7E-5C11-4FCD-ACE6-23ED8859216F}"/>
              </a:ext>
            </a:extLst>
          </p:cNvPr>
          <p:cNvSpPr>
            <a:spLocks noGrp="1"/>
          </p:cNvSpPr>
          <p:nvPr/>
        </p:nvSpPr>
        <p:spPr>
          <a:xfrm>
            <a:off x="6210300" y="1857375"/>
            <a:ext cx="723900" cy="3619500"/>
          </a:xfrm>
          <a:prstGeom prst="rect">
            <a:avLst/>
          </a:prstGeom>
          <a:solidFill>
            <a:srgbClr val="2421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15FBF043-7539-44A8-A81D-59476BCD976A}"/>
              </a:ext>
            </a:extLst>
          </p:cNvPr>
          <p:cNvSpPr>
            <a:spLocks noGrp="1"/>
          </p:cNvSpPr>
          <p:nvPr/>
        </p:nvSpPr>
        <p:spPr>
          <a:xfrm>
            <a:off x="6324600" y="2143125"/>
            <a:ext cx="4953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7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08D2D5C-6B31-4EB0-BC5E-73317049DD25}"/>
              </a:ext>
            </a:extLst>
          </p:cNvPr>
          <p:cNvSpPr>
            <a:spLocks noGrp="1"/>
          </p:cNvSpPr>
          <p:nvPr/>
        </p:nvSpPr>
        <p:spPr>
          <a:xfrm>
            <a:off x="7200900" y="2162175"/>
            <a:ext cx="361950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중복 카운트 방지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8E6580E2-1035-4E17-8893-03CF0C8CDFCC}"/>
              </a:ext>
            </a:extLst>
          </p:cNvPr>
          <p:cNvSpPr>
            <a:spLocks noGrp="1"/>
          </p:cNvSpPr>
          <p:nvPr/>
        </p:nvSpPr>
        <p:spPr>
          <a:xfrm>
            <a:off x="7200900" y="2647950"/>
            <a:ext cx="3619500" cy="28575"/>
          </a:xfrm>
          <a:prstGeom prst="rect">
            <a:avLst/>
          </a:prstGeom>
          <a:solidFill>
            <a:srgbClr val="4F2D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8236D8AE-3CFF-4F61-825A-7F3558B6B175}"/>
              </a:ext>
            </a:extLst>
          </p:cNvPr>
          <p:cNvSpPr>
            <a:spLocks noGrp="1"/>
          </p:cNvSpPr>
          <p:nvPr/>
        </p:nvSpPr>
        <p:spPr>
          <a:xfrm>
            <a:off x="7200900" y="3038475"/>
            <a:ext cx="742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rPr>
              <a:t>기획 의도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9949E3CE-D118-432F-8528-79AAE86C37CD}"/>
              </a:ext>
            </a:extLst>
          </p:cNvPr>
          <p:cNvSpPr>
            <a:spLocks noGrp="1"/>
          </p:cNvSpPr>
          <p:nvPr/>
        </p:nvSpPr>
        <p:spPr>
          <a:xfrm>
            <a:off x="8039100" y="3133725"/>
            <a:ext cx="228600" cy="9525"/>
          </a:xfrm>
          <a:prstGeom prst="rect">
            <a:avLst/>
          </a:prstGeom>
          <a:solidFill>
            <a:srgbClr val="D8D6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B137FF50-1A20-4C83-B025-99746741EC26}"/>
              </a:ext>
            </a:extLst>
          </p:cNvPr>
          <p:cNvSpPr>
            <a:spLocks noGrp="1"/>
          </p:cNvSpPr>
          <p:nvPr/>
        </p:nvSpPr>
        <p:spPr>
          <a:xfrm>
            <a:off x="8382000" y="3019425"/>
            <a:ext cx="30003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사진 수가 관계 밀도로 과대 계산되는 문제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27AD85A4-7D00-42AB-AF1E-602ABDB18A6B}"/>
              </a:ext>
            </a:extLst>
          </p:cNvPr>
          <p:cNvSpPr>
            <a:spLocks noGrp="1"/>
          </p:cNvSpPr>
          <p:nvPr/>
        </p:nvSpPr>
        <p:spPr>
          <a:xfrm>
            <a:off x="7200900" y="3724275"/>
            <a:ext cx="742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rPr>
              <a:t>구현 방식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F33F1A18-F39D-4C7E-A9DC-41EF462212F8}"/>
              </a:ext>
            </a:extLst>
          </p:cNvPr>
          <p:cNvSpPr>
            <a:spLocks noGrp="1"/>
          </p:cNvSpPr>
          <p:nvPr/>
        </p:nvSpPr>
        <p:spPr>
          <a:xfrm>
            <a:off x="8039100" y="3819525"/>
            <a:ext cx="228600" cy="9525"/>
          </a:xfrm>
          <a:prstGeom prst="rect">
            <a:avLst/>
          </a:prstGeom>
          <a:solidFill>
            <a:srgbClr val="D8D6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57A2C403-F2D0-46E8-86CB-6B3DA4B2B3DA}"/>
              </a:ext>
            </a:extLst>
          </p:cNvPr>
          <p:cNvSpPr>
            <a:spLocks noGrp="1"/>
          </p:cNvSpPr>
          <p:nvPr/>
        </p:nvSpPr>
        <p:spPr>
          <a:xfrm>
            <a:off x="8382000" y="3705225"/>
            <a:ext cx="30003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동일 날짜 내 사람·장소를 집합 연산으로 제거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59FD8A93-8694-44A8-967B-82CD42616B4B}"/>
              </a:ext>
            </a:extLst>
          </p:cNvPr>
          <p:cNvSpPr>
            <a:spLocks noGrp="1"/>
          </p:cNvSpPr>
          <p:nvPr/>
        </p:nvSpPr>
        <p:spPr>
          <a:xfrm>
            <a:off x="7200900" y="4410075"/>
            <a:ext cx="742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rPr>
              <a:t>효과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1D059CD-6FFC-4DD0-B70E-6859AE673F61}"/>
              </a:ext>
            </a:extLst>
          </p:cNvPr>
          <p:cNvSpPr>
            <a:spLocks noGrp="1"/>
          </p:cNvSpPr>
          <p:nvPr/>
        </p:nvSpPr>
        <p:spPr>
          <a:xfrm>
            <a:off x="8039100" y="4505325"/>
            <a:ext cx="228600" cy="9525"/>
          </a:xfrm>
          <a:prstGeom prst="rect">
            <a:avLst/>
          </a:prstGeom>
          <a:solidFill>
            <a:srgbClr val="D8D6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7B5F7B36-73C2-4011-8BEF-8C8A2B0925DD}"/>
              </a:ext>
            </a:extLst>
          </p:cNvPr>
          <p:cNvSpPr>
            <a:spLocks noGrp="1"/>
          </p:cNvSpPr>
          <p:nvPr/>
        </p:nvSpPr>
        <p:spPr>
          <a:xfrm>
            <a:off x="8382000" y="4391025"/>
            <a:ext cx="30003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관계와 방문 빈도를 더 정확히 반영</a:t>
            </a:r>
          </a:p>
        </p:txBody>
      </p:sp>
    </p:spTree>
    <p:extLst>
      <p:ext uri="{BB962C8B-B14F-4D97-AF65-F5344CB8AC3E}">
        <p14:creationId xmlns:p14="http://schemas.microsoft.com/office/powerpoint/2010/main" val="1287658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직사각형 47">
            <a:extLst>
              <a:ext uri="{FF2B5EF4-FFF2-40B4-BE49-F238E27FC236}">
                <a16:creationId xmlns:a16="http://schemas.microsoft.com/office/drawing/2014/main" id="{1642CF86-38D8-41D2-9B91-64EE522E33F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3FE3DE6-99B1-4E73-A39B-A258D7D41C28}"/>
              </a:ext>
            </a:extLst>
          </p:cNvPr>
          <p:cNvSpPr>
            <a:spLocks noGrp="1"/>
          </p:cNvSpPr>
          <p:nvPr/>
        </p:nvSpPr>
        <p:spPr>
          <a:xfrm>
            <a:off x="762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E67ED2B-AD82-4796-B015-CED81EB01606}"/>
              </a:ext>
            </a:extLst>
          </p:cNvPr>
          <p:cNvSpPr>
            <a:spLocks noGrp="1"/>
          </p:cNvSpPr>
          <p:nvPr/>
        </p:nvSpPr>
        <p:spPr>
          <a:xfrm>
            <a:off x="1524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2A47EB9-1FCF-45F8-A5B6-F2D5D92D7A6E}"/>
              </a:ext>
            </a:extLst>
          </p:cNvPr>
          <p:cNvSpPr>
            <a:spLocks noGrp="1"/>
          </p:cNvSpPr>
          <p:nvPr/>
        </p:nvSpPr>
        <p:spPr>
          <a:xfrm>
            <a:off x="2286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BE55A57-4BE4-40EA-A931-BE0B26B78B5D}"/>
              </a:ext>
            </a:extLst>
          </p:cNvPr>
          <p:cNvSpPr>
            <a:spLocks noGrp="1"/>
          </p:cNvSpPr>
          <p:nvPr/>
        </p:nvSpPr>
        <p:spPr>
          <a:xfrm>
            <a:off x="3048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D1055FB-CD8F-4C51-A2AF-3BD0F6341305}"/>
              </a:ext>
            </a:extLst>
          </p:cNvPr>
          <p:cNvSpPr>
            <a:spLocks noGrp="1"/>
          </p:cNvSpPr>
          <p:nvPr/>
        </p:nvSpPr>
        <p:spPr>
          <a:xfrm>
            <a:off x="3810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406F95B-C4A8-47B2-9639-EE5DEADBDCD6}"/>
              </a:ext>
            </a:extLst>
          </p:cNvPr>
          <p:cNvSpPr>
            <a:spLocks noGrp="1"/>
          </p:cNvSpPr>
          <p:nvPr/>
        </p:nvSpPr>
        <p:spPr>
          <a:xfrm>
            <a:off x="4572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E31BC88-6566-4A00-86EB-98C4A77D57BF}"/>
              </a:ext>
            </a:extLst>
          </p:cNvPr>
          <p:cNvSpPr>
            <a:spLocks noGrp="1"/>
          </p:cNvSpPr>
          <p:nvPr/>
        </p:nvSpPr>
        <p:spPr>
          <a:xfrm>
            <a:off x="5334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E84894F-9A9D-45D2-9832-C55545C8DD54}"/>
              </a:ext>
            </a:extLst>
          </p:cNvPr>
          <p:cNvSpPr>
            <a:spLocks noGrp="1"/>
          </p:cNvSpPr>
          <p:nvPr/>
        </p:nvSpPr>
        <p:spPr>
          <a:xfrm>
            <a:off x="6096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ECA945C-BA55-43C2-A2D2-627325ABB0B1}"/>
              </a:ext>
            </a:extLst>
          </p:cNvPr>
          <p:cNvSpPr>
            <a:spLocks noGrp="1"/>
          </p:cNvSpPr>
          <p:nvPr/>
        </p:nvSpPr>
        <p:spPr>
          <a:xfrm>
            <a:off x="6858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CF76755-EC4D-4777-BFAC-E8F0DD6424AB}"/>
              </a:ext>
            </a:extLst>
          </p:cNvPr>
          <p:cNvSpPr>
            <a:spLocks noGrp="1"/>
          </p:cNvSpPr>
          <p:nvPr/>
        </p:nvSpPr>
        <p:spPr>
          <a:xfrm>
            <a:off x="7620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14D84C2-5391-4DB2-AE65-417E0AF9F7E1}"/>
              </a:ext>
            </a:extLst>
          </p:cNvPr>
          <p:cNvSpPr>
            <a:spLocks noGrp="1"/>
          </p:cNvSpPr>
          <p:nvPr/>
        </p:nvSpPr>
        <p:spPr>
          <a:xfrm>
            <a:off x="8382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782801A-1AFD-4012-B9D7-34DB33B1C30C}"/>
              </a:ext>
            </a:extLst>
          </p:cNvPr>
          <p:cNvSpPr>
            <a:spLocks noGrp="1"/>
          </p:cNvSpPr>
          <p:nvPr/>
        </p:nvSpPr>
        <p:spPr>
          <a:xfrm>
            <a:off x="9144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BE92419-915A-416D-859E-642DA61C4228}"/>
              </a:ext>
            </a:extLst>
          </p:cNvPr>
          <p:cNvSpPr>
            <a:spLocks noGrp="1"/>
          </p:cNvSpPr>
          <p:nvPr/>
        </p:nvSpPr>
        <p:spPr>
          <a:xfrm>
            <a:off x="9906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47061F0-8E7A-45C1-B85D-93E64701E712}"/>
              </a:ext>
            </a:extLst>
          </p:cNvPr>
          <p:cNvSpPr>
            <a:spLocks noGrp="1"/>
          </p:cNvSpPr>
          <p:nvPr/>
        </p:nvSpPr>
        <p:spPr>
          <a:xfrm>
            <a:off x="10668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22DA212-4D10-4009-9533-5637C4C590CE}"/>
              </a:ext>
            </a:extLst>
          </p:cNvPr>
          <p:cNvSpPr>
            <a:spLocks noGrp="1"/>
          </p:cNvSpPr>
          <p:nvPr/>
        </p:nvSpPr>
        <p:spPr>
          <a:xfrm>
            <a:off x="11430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92156CD-908B-4C51-8DF6-8F2D75F3B216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781C231-73BB-4FEA-A78E-DDC24F7202EF}"/>
              </a:ext>
            </a:extLst>
          </p:cNvPr>
          <p:cNvSpPr>
            <a:spLocks noGrp="1"/>
          </p:cNvSpPr>
          <p:nvPr/>
        </p:nvSpPr>
        <p:spPr>
          <a:xfrm>
            <a:off x="609600" y="2286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8B5D439-6A49-46FA-A3E1-C6AA12E12791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4630117-E944-40EF-8C97-FE64CAF33B5C}"/>
              </a:ext>
            </a:extLst>
          </p:cNvPr>
          <p:cNvSpPr>
            <a:spLocks noGrp="1"/>
          </p:cNvSpPr>
          <p:nvPr/>
        </p:nvSpPr>
        <p:spPr>
          <a:xfrm>
            <a:off x="609600" y="3810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E2D0496-9EFE-4897-A48C-17FA62B71804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F89A803-92C7-4BA2-B43E-77DFF94B4395}"/>
              </a:ext>
            </a:extLst>
          </p:cNvPr>
          <p:cNvSpPr>
            <a:spLocks noGrp="1"/>
          </p:cNvSpPr>
          <p:nvPr/>
        </p:nvSpPr>
        <p:spPr>
          <a:xfrm>
            <a:off x="609600" y="5334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71E623F-3652-4793-8626-60CE9B54F752}"/>
              </a:ext>
            </a:extLst>
          </p:cNvPr>
          <p:cNvSpPr>
            <a:spLocks noGrp="1"/>
          </p:cNvSpPr>
          <p:nvPr/>
        </p:nvSpPr>
        <p:spPr>
          <a:xfrm>
            <a:off x="609600" y="6096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B5CBFA9-0790-4785-ACC8-FB4D70A384D0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rPr>
              <a:t>IMPLEMENTATION RESULT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E16766C-04DD-4C23-B9FD-E05E754CE0D5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8858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실배포 상태의 5개 도메인과 재현 가능한 API 문서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68D6870-6607-4901-BD46-2B988C7A079A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10972800" cy="12383"/>
          </a:xfrm>
          <a:prstGeom prst="rect">
            <a:avLst/>
          </a:prstGeom>
          <a:solidFill>
            <a:srgbClr val="D8D6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63FC9D4-5456-42B7-8FBB-73D7749AF480}"/>
              </a:ext>
            </a:extLst>
          </p:cNvPr>
          <p:cNvSpPr>
            <a:spLocks noGrp="1"/>
          </p:cNvSpPr>
          <p:nvPr/>
        </p:nvSpPr>
        <p:spPr>
          <a:xfrm>
            <a:off x="11001375" y="34290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8C88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8C8880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CCBA41E-5B1C-4449-894F-922C85CD0C67}"/>
              </a:ext>
            </a:extLst>
          </p:cNvPr>
          <p:cNvSpPr>
            <a:spLocks noGrp="1"/>
          </p:cNvSpPr>
          <p:nvPr/>
        </p:nvSpPr>
        <p:spPr>
          <a:xfrm>
            <a:off x="1143000" y="1476375"/>
            <a:ext cx="276225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7C99D33-159E-4891-9CC6-877332C7DBE0}"/>
              </a:ext>
            </a:extLst>
          </p:cNvPr>
          <p:cNvSpPr>
            <a:spLocks noGrp="1"/>
          </p:cNvSpPr>
          <p:nvPr/>
        </p:nvSpPr>
        <p:spPr>
          <a:xfrm>
            <a:off x="1333500" y="169545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725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rPr>
              <a:t>Vercel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FC6C87E-575C-4911-9AD6-B6D46427BF3E}"/>
              </a:ext>
            </a:extLst>
          </p:cNvPr>
          <p:cNvSpPr>
            <a:spLocks noGrp="1"/>
          </p:cNvSpPr>
          <p:nvPr/>
        </p:nvSpPr>
        <p:spPr>
          <a:xfrm>
            <a:off x="1333500" y="1971675"/>
            <a:ext cx="2381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555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24D"/>
                </a:solidFill>
                <a:latin typeface="Apple SD Gothic Neo"/>
                <a:ea typeface="Apple SD Gothic Neo"/>
                <a:cs typeface="Apple SD Gothic Neo"/>
              </a:rPr>
              <a:t>Frontend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4A4E16E-E9A1-4457-AEDD-994047EA283A}"/>
              </a:ext>
            </a:extLst>
          </p:cNvPr>
          <p:cNvSpPr>
            <a:spLocks noGrp="1"/>
          </p:cNvSpPr>
          <p:nvPr/>
        </p:nvSpPr>
        <p:spPr>
          <a:xfrm>
            <a:off x="4476750" y="1476375"/>
            <a:ext cx="2762250" cy="762000"/>
          </a:xfrm>
          <a:prstGeom prst="rect">
            <a:avLst/>
          </a:prstGeom>
          <a:solidFill>
            <a:srgbClr val="24212B"/>
          </a:solidFill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4200CB5-05E9-42D4-B348-FFA11593EBF2}"/>
              </a:ext>
            </a:extLst>
          </p:cNvPr>
          <p:cNvSpPr>
            <a:spLocks noGrp="1"/>
          </p:cNvSpPr>
          <p:nvPr/>
        </p:nvSpPr>
        <p:spPr>
          <a:xfrm>
            <a:off x="4667250" y="169545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Railway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45CC01F-8AA0-4D75-B6DA-B07BB834F928}"/>
              </a:ext>
            </a:extLst>
          </p:cNvPr>
          <p:cNvSpPr>
            <a:spLocks noGrp="1"/>
          </p:cNvSpPr>
          <p:nvPr/>
        </p:nvSpPr>
        <p:spPr>
          <a:xfrm>
            <a:off x="4667250" y="1971675"/>
            <a:ext cx="2381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EDED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EDEDED"/>
                </a:solidFill>
                <a:latin typeface="Apple SD Gothic Neo"/>
                <a:ea typeface="Apple SD Gothic Neo"/>
                <a:cs typeface="Apple SD Gothic Neo"/>
              </a:rPr>
              <a:t>Backend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F3F1C7E-34AA-4A09-9272-5EFED6F66014}"/>
              </a:ext>
            </a:extLst>
          </p:cNvPr>
          <p:cNvSpPr>
            <a:spLocks noGrp="1"/>
          </p:cNvSpPr>
          <p:nvPr/>
        </p:nvSpPr>
        <p:spPr>
          <a:xfrm>
            <a:off x="7810500" y="1476375"/>
            <a:ext cx="276225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B18B0FB-AF6E-4138-8516-CA5E88BDFD26}"/>
              </a:ext>
            </a:extLst>
          </p:cNvPr>
          <p:cNvSpPr>
            <a:spLocks noGrp="1"/>
          </p:cNvSpPr>
          <p:nvPr/>
        </p:nvSpPr>
        <p:spPr>
          <a:xfrm>
            <a:off x="8001000" y="169545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725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rPr>
              <a:t>HuggingFace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BEFB05A-C9B5-4920-96A4-CFB9D8C97290}"/>
              </a:ext>
            </a:extLst>
          </p:cNvPr>
          <p:cNvSpPr>
            <a:spLocks noGrp="1"/>
          </p:cNvSpPr>
          <p:nvPr/>
        </p:nvSpPr>
        <p:spPr>
          <a:xfrm>
            <a:off x="8001000" y="1971675"/>
            <a:ext cx="2381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555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24D"/>
                </a:solidFill>
                <a:latin typeface="Apple SD Gothic Neo"/>
                <a:ea typeface="Apple SD Gothic Neo"/>
                <a:cs typeface="Apple SD Gothic Neo"/>
              </a:rPr>
              <a:t>AI Server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D430C1FC-D316-4B87-964C-E25927A8FB31}"/>
              </a:ext>
            </a:extLst>
          </p:cNvPr>
          <p:cNvSpPr>
            <a:spLocks noGrp="1"/>
          </p:cNvSpPr>
          <p:nvPr/>
        </p:nvSpPr>
        <p:spPr>
          <a:xfrm>
            <a:off x="723900" y="3143250"/>
            <a:ext cx="180975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DA22717-E3CE-4E0E-ACF2-3B7742ED5BB2}"/>
              </a:ext>
            </a:extLst>
          </p:cNvPr>
          <p:cNvSpPr>
            <a:spLocks noGrp="1"/>
          </p:cNvSpPr>
          <p:nvPr/>
        </p:nvSpPr>
        <p:spPr>
          <a:xfrm>
            <a:off x="914400" y="3562350"/>
            <a:ext cx="1428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AUTH</a:t>
            </a:r>
          </a:p>
          <a:p>
            <a:pPr algn="ctr">
              <a:defRPr sz="15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JWT 인증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25F8354-3FA0-405F-BFB4-3BED0B7EB7C1}"/>
              </a:ext>
            </a:extLst>
          </p:cNvPr>
          <p:cNvSpPr>
            <a:spLocks noGrp="1"/>
          </p:cNvSpPr>
          <p:nvPr/>
        </p:nvSpPr>
        <p:spPr>
          <a:xfrm>
            <a:off x="2876550" y="3143250"/>
            <a:ext cx="180975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93C178D-1764-4ED8-9CF4-578C04774ABE}"/>
              </a:ext>
            </a:extLst>
          </p:cNvPr>
          <p:cNvSpPr>
            <a:spLocks noGrp="1"/>
          </p:cNvSpPr>
          <p:nvPr/>
        </p:nvSpPr>
        <p:spPr>
          <a:xfrm>
            <a:off x="3067050" y="3562350"/>
            <a:ext cx="1428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PEOPLE</a:t>
            </a:r>
          </a:p>
          <a:p>
            <a:pPr algn="ctr">
              <a:defRPr sz="15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관계 상태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16B632A-5314-4C20-9290-239BA374CC37}"/>
              </a:ext>
            </a:extLst>
          </p:cNvPr>
          <p:cNvSpPr>
            <a:spLocks noGrp="1"/>
          </p:cNvSpPr>
          <p:nvPr/>
        </p:nvSpPr>
        <p:spPr>
          <a:xfrm>
            <a:off x="5029200" y="3143250"/>
            <a:ext cx="180975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CA0162C5-DEFF-4A96-8001-CA0C4EA5BAE0}"/>
              </a:ext>
            </a:extLst>
          </p:cNvPr>
          <p:cNvSpPr>
            <a:spLocks noGrp="1"/>
          </p:cNvSpPr>
          <p:nvPr/>
        </p:nvSpPr>
        <p:spPr>
          <a:xfrm>
            <a:off x="5219700" y="3562350"/>
            <a:ext cx="1428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PLACE</a:t>
            </a:r>
          </a:p>
          <a:p>
            <a:pPr algn="ctr">
              <a:defRPr sz="15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방문 지도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9E809BB-93C3-4D03-8628-A5B7333DCEA7}"/>
              </a:ext>
            </a:extLst>
          </p:cNvPr>
          <p:cNvSpPr>
            <a:spLocks noGrp="1"/>
          </p:cNvSpPr>
          <p:nvPr/>
        </p:nvSpPr>
        <p:spPr>
          <a:xfrm>
            <a:off x="7181850" y="3143250"/>
            <a:ext cx="180975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A58C2932-23B1-49C5-95C5-2B0768799665}"/>
              </a:ext>
            </a:extLst>
          </p:cNvPr>
          <p:cNvSpPr>
            <a:spLocks noGrp="1"/>
          </p:cNvSpPr>
          <p:nvPr/>
        </p:nvSpPr>
        <p:spPr>
          <a:xfrm>
            <a:off x="7372350" y="3562350"/>
            <a:ext cx="1428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SCHEDULE</a:t>
            </a:r>
          </a:p>
          <a:p>
            <a:pPr algn="ctr">
              <a:defRPr sz="15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완료 전환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2DFFEF6-7920-43EE-AEC1-2F37C690BAEC}"/>
              </a:ext>
            </a:extLst>
          </p:cNvPr>
          <p:cNvSpPr>
            <a:spLocks noGrp="1"/>
          </p:cNvSpPr>
          <p:nvPr/>
        </p:nvSpPr>
        <p:spPr>
          <a:xfrm>
            <a:off x="9334500" y="3143250"/>
            <a:ext cx="1809750" cy="1524000"/>
          </a:xfrm>
          <a:prstGeom prst="rect">
            <a:avLst/>
          </a:prstGeom>
          <a:solidFill>
            <a:srgbClr val="F2EFF8"/>
          </a:solidFill>
          <a:ln w="9525">
            <a:solidFill>
              <a:srgbClr val="4F2D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9B72ED6E-627C-464A-B63B-46C026455971}"/>
              </a:ext>
            </a:extLst>
          </p:cNvPr>
          <p:cNvSpPr>
            <a:spLocks noGrp="1"/>
          </p:cNvSpPr>
          <p:nvPr/>
        </p:nvSpPr>
        <p:spPr>
          <a:xfrm>
            <a:off x="9525000" y="3562350"/>
            <a:ext cx="1428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ACTIVITY</a:t>
            </a:r>
          </a:p>
          <a:p>
            <a:pPr algn="ctr">
              <a:defRPr sz="15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활동 로그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2004CB62-A6F7-43CA-ADB4-D49084A84FB8}"/>
              </a:ext>
            </a:extLst>
          </p:cNvPr>
          <p:cNvSpPr>
            <a:spLocks noGrp="1"/>
          </p:cNvSpPr>
          <p:nvPr/>
        </p:nvSpPr>
        <p:spPr>
          <a:xfrm>
            <a:off x="1238250" y="5429250"/>
            <a:ext cx="971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Swagger 문서화 완료: 5개 도메인 · 전체 엔드포인트 · JWT 인증 명세 반영</a:t>
            </a:r>
          </a:p>
        </p:txBody>
      </p:sp>
    </p:spTree>
    <p:extLst>
      <p:ext uri="{BB962C8B-B14F-4D97-AF65-F5344CB8AC3E}">
        <p14:creationId xmlns:p14="http://schemas.microsoft.com/office/powerpoint/2010/main" val="1413208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직사각형 42">
            <a:extLst>
              <a:ext uri="{FF2B5EF4-FFF2-40B4-BE49-F238E27FC236}">
                <a16:creationId xmlns:a16="http://schemas.microsoft.com/office/drawing/2014/main" id="{614AD23E-5646-4CED-B379-33E2D18B62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F0992FC-61EA-4138-BC6F-EDD5ED0B645E}"/>
              </a:ext>
            </a:extLst>
          </p:cNvPr>
          <p:cNvSpPr>
            <a:spLocks noGrp="1"/>
          </p:cNvSpPr>
          <p:nvPr/>
        </p:nvSpPr>
        <p:spPr>
          <a:xfrm>
            <a:off x="762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E46ABEA-8C68-4CE5-AD55-967A56EFFFD8}"/>
              </a:ext>
            </a:extLst>
          </p:cNvPr>
          <p:cNvSpPr>
            <a:spLocks noGrp="1"/>
          </p:cNvSpPr>
          <p:nvPr/>
        </p:nvSpPr>
        <p:spPr>
          <a:xfrm>
            <a:off x="1524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DE06909-4F8C-44CD-9318-7EC18B9C4299}"/>
              </a:ext>
            </a:extLst>
          </p:cNvPr>
          <p:cNvSpPr>
            <a:spLocks noGrp="1"/>
          </p:cNvSpPr>
          <p:nvPr/>
        </p:nvSpPr>
        <p:spPr>
          <a:xfrm>
            <a:off x="2286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DA96A9B-BBEF-44D3-9201-930635CFF7A2}"/>
              </a:ext>
            </a:extLst>
          </p:cNvPr>
          <p:cNvSpPr>
            <a:spLocks noGrp="1"/>
          </p:cNvSpPr>
          <p:nvPr/>
        </p:nvSpPr>
        <p:spPr>
          <a:xfrm>
            <a:off x="3048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F64231C-A6CC-4A81-BEA8-9672813EF988}"/>
              </a:ext>
            </a:extLst>
          </p:cNvPr>
          <p:cNvSpPr>
            <a:spLocks noGrp="1"/>
          </p:cNvSpPr>
          <p:nvPr/>
        </p:nvSpPr>
        <p:spPr>
          <a:xfrm>
            <a:off x="3810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A026048-7363-49EB-95C2-BA9F839C4E1E}"/>
              </a:ext>
            </a:extLst>
          </p:cNvPr>
          <p:cNvSpPr>
            <a:spLocks noGrp="1"/>
          </p:cNvSpPr>
          <p:nvPr/>
        </p:nvSpPr>
        <p:spPr>
          <a:xfrm>
            <a:off x="4572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B958A47-78E5-4CA5-9E58-E17CA536F536}"/>
              </a:ext>
            </a:extLst>
          </p:cNvPr>
          <p:cNvSpPr>
            <a:spLocks noGrp="1"/>
          </p:cNvSpPr>
          <p:nvPr/>
        </p:nvSpPr>
        <p:spPr>
          <a:xfrm>
            <a:off x="5334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7E5FA9B-C674-431E-9C4E-AC1D9BABE328}"/>
              </a:ext>
            </a:extLst>
          </p:cNvPr>
          <p:cNvSpPr>
            <a:spLocks noGrp="1"/>
          </p:cNvSpPr>
          <p:nvPr/>
        </p:nvSpPr>
        <p:spPr>
          <a:xfrm>
            <a:off x="6096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815135C-333A-4FB3-A6D4-75E48EB94BFB}"/>
              </a:ext>
            </a:extLst>
          </p:cNvPr>
          <p:cNvSpPr>
            <a:spLocks noGrp="1"/>
          </p:cNvSpPr>
          <p:nvPr/>
        </p:nvSpPr>
        <p:spPr>
          <a:xfrm>
            <a:off x="6858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B346821-FE26-45D5-8180-E583AC69592C}"/>
              </a:ext>
            </a:extLst>
          </p:cNvPr>
          <p:cNvSpPr>
            <a:spLocks noGrp="1"/>
          </p:cNvSpPr>
          <p:nvPr/>
        </p:nvSpPr>
        <p:spPr>
          <a:xfrm>
            <a:off x="7620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63A1600-5342-4E90-8945-7109EA511084}"/>
              </a:ext>
            </a:extLst>
          </p:cNvPr>
          <p:cNvSpPr>
            <a:spLocks noGrp="1"/>
          </p:cNvSpPr>
          <p:nvPr/>
        </p:nvSpPr>
        <p:spPr>
          <a:xfrm>
            <a:off x="8382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597A16E-B2F1-47E9-A914-9775148564BF}"/>
              </a:ext>
            </a:extLst>
          </p:cNvPr>
          <p:cNvSpPr>
            <a:spLocks noGrp="1"/>
          </p:cNvSpPr>
          <p:nvPr/>
        </p:nvSpPr>
        <p:spPr>
          <a:xfrm>
            <a:off x="9144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226C0CC-5A56-4AE2-A580-D1FC0017AA7B}"/>
              </a:ext>
            </a:extLst>
          </p:cNvPr>
          <p:cNvSpPr>
            <a:spLocks noGrp="1"/>
          </p:cNvSpPr>
          <p:nvPr/>
        </p:nvSpPr>
        <p:spPr>
          <a:xfrm>
            <a:off x="9906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25EBE95-82B9-4F8A-A81D-2EEAE855447F}"/>
              </a:ext>
            </a:extLst>
          </p:cNvPr>
          <p:cNvSpPr>
            <a:spLocks noGrp="1"/>
          </p:cNvSpPr>
          <p:nvPr/>
        </p:nvSpPr>
        <p:spPr>
          <a:xfrm>
            <a:off x="10668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52B6F3E-DDFC-439C-A5AE-9D1E10F51BB1}"/>
              </a:ext>
            </a:extLst>
          </p:cNvPr>
          <p:cNvSpPr>
            <a:spLocks noGrp="1"/>
          </p:cNvSpPr>
          <p:nvPr/>
        </p:nvSpPr>
        <p:spPr>
          <a:xfrm>
            <a:off x="11430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D64356F-C527-4A22-8FF7-0FC159553744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A5BA1EA-4758-4FC2-96EE-0F3D4A55F835}"/>
              </a:ext>
            </a:extLst>
          </p:cNvPr>
          <p:cNvSpPr>
            <a:spLocks noGrp="1"/>
          </p:cNvSpPr>
          <p:nvPr/>
        </p:nvSpPr>
        <p:spPr>
          <a:xfrm>
            <a:off x="609600" y="2286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AB4CF58-DC28-4641-A73D-4EFB1695F90F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A53BF06-F25C-4A4D-BA81-4FAF3C2AD149}"/>
              </a:ext>
            </a:extLst>
          </p:cNvPr>
          <p:cNvSpPr>
            <a:spLocks noGrp="1"/>
          </p:cNvSpPr>
          <p:nvPr/>
        </p:nvSpPr>
        <p:spPr>
          <a:xfrm>
            <a:off x="609600" y="3810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7E06830-2D13-4651-A6C8-688B7FBAF9C7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E427B66-C4D8-4DCA-9DB1-5C67D21A1286}"/>
              </a:ext>
            </a:extLst>
          </p:cNvPr>
          <p:cNvSpPr>
            <a:spLocks noGrp="1"/>
          </p:cNvSpPr>
          <p:nvPr/>
        </p:nvSpPr>
        <p:spPr>
          <a:xfrm>
            <a:off x="609600" y="5334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67C560A-9948-4AD2-A690-CC660D33A42F}"/>
              </a:ext>
            </a:extLst>
          </p:cNvPr>
          <p:cNvSpPr>
            <a:spLocks noGrp="1"/>
          </p:cNvSpPr>
          <p:nvPr/>
        </p:nvSpPr>
        <p:spPr>
          <a:xfrm>
            <a:off x="609600" y="6096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A34271F-15EB-4442-8745-393057A72317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rPr>
              <a:t>DEMO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97CD96F-FA6C-4121-9B8E-FAB2A32B36F7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8858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사용자가 한 일은 사진 업로드 하나였습니다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EBAC516-F504-49FB-AEAC-2DE87364CFD0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10972800" cy="12383"/>
          </a:xfrm>
          <a:prstGeom prst="rect">
            <a:avLst/>
          </a:prstGeom>
          <a:solidFill>
            <a:srgbClr val="D8D6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78749AA-48F7-4F76-BAE8-38116F1DF066}"/>
              </a:ext>
            </a:extLst>
          </p:cNvPr>
          <p:cNvSpPr>
            <a:spLocks noGrp="1"/>
          </p:cNvSpPr>
          <p:nvPr/>
        </p:nvSpPr>
        <p:spPr>
          <a:xfrm>
            <a:off x="11001375" y="34290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8C88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8C8880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60C71D8-927D-4381-8FC1-3C123DEC8E87}"/>
              </a:ext>
            </a:extLst>
          </p:cNvPr>
          <p:cNvSpPr>
            <a:spLocks noGrp="1"/>
          </p:cNvSpPr>
          <p:nvPr/>
        </p:nvSpPr>
        <p:spPr>
          <a:xfrm>
            <a:off x="990600" y="1476375"/>
            <a:ext cx="5715000" cy="3714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9" name="그림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971800" y="1943407"/>
            <a:ext cx="1809750" cy="2685435"/>
          </a:xfrm>
          <a:prstGeom prst="rect">
            <a:avLst/>
          </a:prstGeom>
        </p:spPr>
      </p:pic>
      <p:sp>
        <p:nvSpPr>
          <p:cNvPr id="30" name="직사각형 29">
            <a:extLst>
              <a:ext uri="{FF2B5EF4-FFF2-40B4-BE49-F238E27FC236}">
                <a16:creationId xmlns:a16="http://schemas.microsoft.com/office/drawing/2014/main" id="{E8C7CAAF-EF4A-4A51-9724-5968498C6120}"/>
              </a:ext>
            </a:extLst>
          </p:cNvPr>
          <p:cNvSpPr>
            <a:spLocks noGrp="1"/>
          </p:cNvSpPr>
          <p:nvPr/>
        </p:nvSpPr>
        <p:spPr>
          <a:xfrm>
            <a:off x="5143500" y="2952750"/>
            <a:ext cx="904875" cy="400050"/>
          </a:xfrm>
          <a:prstGeom prst="rect">
            <a:avLst/>
          </a:prstGeom>
          <a:solidFill>
            <a:srgbClr val="2421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712FD29-5971-4732-BA64-9D501F9930F1}"/>
              </a:ext>
            </a:extLst>
          </p:cNvPr>
          <p:cNvSpPr>
            <a:spLocks noGrp="1"/>
          </p:cNvSpPr>
          <p:nvPr/>
        </p:nvSpPr>
        <p:spPr>
          <a:xfrm>
            <a:off x="5238750" y="3057525"/>
            <a:ext cx="7143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PLAY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2587003-C0F0-4438-8518-839D29A22323}"/>
              </a:ext>
            </a:extLst>
          </p:cNvPr>
          <p:cNvSpPr>
            <a:spLocks noGrp="1"/>
          </p:cNvSpPr>
          <p:nvPr/>
        </p:nvSpPr>
        <p:spPr>
          <a:xfrm>
            <a:off x="7239000" y="1581150"/>
            <a:ext cx="3476625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FDD6A3D-AF41-40DE-81BD-3621AEE1A42D}"/>
              </a:ext>
            </a:extLst>
          </p:cNvPr>
          <p:cNvSpPr>
            <a:spLocks noGrp="1"/>
          </p:cNvSpPr>
          <p:nvPr/>
        </p:nvSpPr>
        <p:spPr>
          <a:xfrm>
            <a:off x="7477125" y="1704975"/>
            <a:ext cx="2952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0:00 로그인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311EF8B-E607-4AA9-8551-9265FFEAFF07}"/>
              </a:ext>
            </a:extLst>
          </p:cNvPr>
          <p:cNvSpPr>
            <a:spLocks noGrp="1"/>
          </p:cNvSpPr>
          <p:nvPr/>
        </p:nvSpPr>
        <p:spPr>
          <a:xfrm>
            <a:off x="7239000" y="2247900"/>
            <a:ext cx="3476625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C3B6800-1898-417C-AB8A-1A9D60C662C1}"/>
              </a:ext>
            </a:extLst>
          </p:cNvPr>
          <p:cNvSpPr>
            <a:spLocks noGrp="1"/>
          </p:cNvSpPr>
          <p:nvPr/>
        </p:nvSpPr>
        <p:spPr>
          <a:xfrm>
            <a:off x="7477125" y="2371725"/>
            <a:ext cx="2952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0:10 People 관계 상태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1488564-AFA5-4EFB-9B63-D51A10F062D1}"/>
              </a:ext>
            </a:extLst>
          </p:cNvPr>
          <p:cNvSpPr>
            <a:spLocks noGrp="1"/>
          </p:cNvSpPr>
          <p:nvPr/>
        </p:nvSpPr>
        <p:spPr>
          <a:xfrm>
            <a:off x="7239000" y="2914650"/>
            <a:ext cx="3476625" cy="457200"/>
          </a:xfrm>
          <a:prstGeom prst="rect">
            <a:avLst/>
          </a:prstGeom>
          <a:solidFill>
            <a:srgbClr val="F2EFF8"/>
          </a:solidFill>
          <a:ln w="9525">
            <a:solidFill>
              <a:srgbClr val="4F2D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1F99FBB-5517-489B-8832-54946CC92D3D}"/>
              </a:ext>
            </a:extLst>
          </p:cNvPr>
          <p:cNvSpPr>
            <a:spLocks noGrp="1"/>
          </p:cNvSpPr>
          <p:nvPr/>
        </p:nvSpPr>
        <p:spPr>
          <a:xfrm>
            <a:off x="7477125" y="3038475"/>
            <a:ext cx="2952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rPr>
              <a:t>0:25 사진 업로드·분석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75DA7D3-FBB0-4295-8D4E-E390DCF07557}"/>
              </a:ext>
            </a:extLst>
          </p:cNvPr>
          <p:cNvSpPr>
            <a:spLocks noGrp="1"/>
          </p:cNvSpPr>
          <p:nvPr/>
        </p:nvSpPr>
        <p:spPr>
          <a:xfrm>
            <a:off x="7239000" y="3581400"/>
            <a:ext cx="3476625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A750002-9131-4A8A-AB05-144723FF41E0}"/>
              </a:ext>
            </a:extLst>
          </p:cNvPr>
          <p:cNvSpPr>
            <a:spLocks noGrp="1"/>
          </p:cNvSpPr>
          <p:nvPr/>
        </p:nvSpPr>
        <p:spPr>
          <a:xfrm>
            <a:off x="7477125" y="3705225"/>
            <a:ext cx="2952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0:50 Calendar 완료 전환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B1D4D00-C638-47F9-B1A3-D68DC1FDC1DA}"/>
              </a:ext>
            </a:extLst>
          </p:cNvPr>
          <p:cNvSpPr>
            <a:spLocks noGrp="1"/>
          </p:cNvSpPr>
          <p:nvPr/>
        </p:nvSpPr>
        <p:spPr>
          <a:xfrm>
            <a:off x="7239000" y="4248150"/>
            <a:ext cx="3476625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C4DEE3C-484B-4BB1-A9E7-1BED0DC29513}"/>
              </a:ext>
            </a:extLst>
          </p:cNvPr>
          <p:cNvSpPr>
            <a:spLocks noGrp="1"/>
          </p:cNvSpPr>
          <p:nvPr/>
        </p:nvSpPr>
        <p:spPr>
          <a:xfrm>
            <a:off x="7477125" y="4371975"/>
            <a:ext cx="2952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1:10 Map 방문 시각화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0DA59D1A-8433-490F-8898-AF10FBF96C61}"/>
              </a:ext>
            </a:extLst>
          </p:cNvPr>
          <p:cNvSpPr>
            <a:spLocks noGrp="1"/>
          </p:cNvSpPr>
          <p:nvPr/>
        </p:nvSpPr>
        <p:spPr>
          <a:xfrm>
            <a:off x="1381125" y="5619750"/>
            <a:ext cx="942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rPr>
              <a:t>사진 업로드 → People 기록 → Calendar Completed → Map 방문 시각화</a:t>
            </a:r>
          </a:p>
        </p:txBody>
      </p:sp>
    </p:spTree>
    <p:extLst>
      <p:ext uri="{BB962C8B-B14F-4D97-AF65-F5344CB8AC3E}">
        <p14:creationId xmlns:p14="http://schemas.microsoft.com/office/powerpoint/2010/main" val="43417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>
            <a:extLst>
              <a:ext uri="{FF2B5EF4-FFF2-40B4-BE49-F238E27FC236}">
                <a16:creationId xmlns:a16="http://schemas.microsoft.com/office/drawing/2014/main" id="{A07114B5-94B4-41A4-8FE8-1AFBAA1A9BB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2FC8730-A5C3-4A22-A016-64DCDAFE3266}"/>
              </a:ext>
            </a:extLst>
          </p:cNvPr>
          <p:cNvSpPr>
            <a:spLocks noGrp="1"/>
          </p:cNvSpPr>
          <p:nvPr/>
        </p:nvSpPr>
        <p:spPr>
          <a:xfrm>
            <a:off x="762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648A679-847B-4A9E-AB4C-F27E65091A6B}"/>
              </a:ext>
            </a:extLst>
          </p:cNvPr>
          <p:cNvSpPr>
            <a:spLocks noGrp="1"/>
          </p:cNvSpPr>
          <p:nvPr/>
        </p:nvSpPr>
        <p:spPr>
          <a:xfrm>
            <a:off x="1524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E58A512-273B-4A6A-9863-6C1E0100F086}"/>
              </a:ext>
            </a:extLst>
          </p:cNvPr>
          <p:cNvSpPr>
            <a:spLocks noGrp="1"/>
          </p:cNvSpPr>
          <p:nvPr/>
        </p:nvSpPr>
        <p:spPr>
          <a:xfrm>
            <a:off x="2286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E2B5D92-B100-4A4F-AB8E-A579532C2FC8}"/>
              </a:ext>
            </a:extLst>
          </p:cNvPr>
          <p:cNvSpPr>
            <a:spLocks noGrp="1"/>
          </p:cNvSpPr>
          <p:nvPr/>
        </p:nvSpPr>
        <p:spPr>
          <a:xfrm>
            <a:off x="3048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46F8F7D-26CE-40A4-9BF2-782F35042B38}"/>
              </a:ext>
            </a:extLst>
          </p:cNvPr>
          <p:cNvSpPr>
            <a:spLocks noGrp="1"/>
          </p:cNvSpPr>
          <p:nvPr/>
        </p:nvSpPr>
        <p:spPr>
          <a:xfrm>
            <a:off x="3810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276FDB9-3A49-421A-AEFF-003D68CBE13E}"/>
              </a:ext>
            </a:extLst>
          </p:cNvPr>
          <p:cNvSpPr>
            <a:spLocks noGrp="1"/>
          </p:cNvSpPr>
          <p:nvPr/>
        </p:nvSpPr>
        <p:spPr>
          <a:xfrm>
            <a:off x="4572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8281BF0-3B03-410F-AC6C-E57469A92DBA}"/>
              </a:ext>
            </a:extLst>
          </p:cNvPr>
          <p:cNvSpPr>
            <a:spLocks noGrp="1"/>
          </p:cNvSpPr>
          <p:nvPr/>
        </p:nvSpPr>
        <p:spPr>
          <a:xfrm>
            <a:off x="5334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08033EF-2B40-42CB-B68A-BD722BBF7EF5}"/>
              </a:ext>
            </a:extLst>
          </p:cNvPr>
          <p:cNvSpPr>
            <a:spLocks noGrp="1"/>
          </p:cNvSpPr>
          <p:nvPr/>
        </p:nvSpPr>
        <p:spPr>
          <a:xfrm>
            <a:off x="6096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2B43C70-9062-4120-B2F2-4D6407F02F05}"/>
              </a:ext>
            </a:extLst>
          </p:cNvPr>
          <p:cNvSpPr>
            <a:spLocks noGrp="1"/>
          </p:cNvSpPr>
          <p:nvPr/>
        </p:nvSpPr>
        <p:spPr>
          <a:xfrm>
            <a:off x="6858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E04FA55-485D-4E9C-99BB-9BC4A224B810}"/>
              </a:ext>
            </a:extLst>
          </p:cNvPr>
          <p:cNvSpPr>
            <a:spLocks noGrp="1"/>
          </p:cNvSpPr>
          <p:nvPr/>
        </p:nvSpPr>
        <p:spPr>
          <a:xfrm>
            <a:off x="7620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833B558-E6D3-448B-B86D-32A5AA97A420}"/>
              </a:ext>
            </a:extLst>
          </p:cNvPr>
          <p:cNvSpPr>
            <a:spLocks noGrp="1"/>
          </p:cNvSpPr>
          <p:nvPr/>
        </p:nvSpPr>
        <p:spPr>
          <a:xfrm>
            <a:off x="8382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6345BBD-F755-4556-ACFA-902B256C0DEE}"/>
              </a:ext>
            </a:extLst>
          </p:cNvPr>
          <p:cNvSpPr>
            <a:spLocks noGrp="1"/>
          </p:cNvSpPr>
          <p:nvPr/>
        </p:nvSpPr>
        <p:spPr>
          <a:xfrm>
            <a:off x="9144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9259494-6681-49F2-B28A-44F39F6E88C9}"/>
              </a:ext>
            </a:extLst>
          </p:cNvPr>
          <p:cNvSpPr>
            <a:spLocks noGrp="1"/>
          </p:cNvSpPr>
          <p:nvPr/>
        </p:nvSpPr>
        <p:spPr>
          <a:xfrm>
            <a:off x="9906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FBFF27-E953-4604-ADCC-C34457B22A70}"/>
              </a:ext>
            </a:extLst>
          </p:cNvPr>
          <p:cNvSpPr>
            <a:spLocks noGrp="1"/>
          </p:cNvSpPr>
          <p:nvPr/>
        </p:nvSpPr>
        <p:spPr>
          <a:xfrm>
            <a:off x="10668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FA22061-3F0E-4249-A01D-9C61048AC23D}"/>
              </a:ext>
            </a:extLst>
          </p:cNvPr>
          <p:cNvSpPr>
            <a:spLocks noGrp="1"/>
          </p:cNvSpPr>
          <p:nvPr/>
        </p:nvSpPr>
        <p:spPr>
          <a:xfrm>
            <a:off x="11430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B239F37-C464-4272-A4BF-C404F38CD486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9EF8E9B-0FF4-4935-A14C-31D253EF7C09}"/>
              </a:ext>
            </a:extLst>
          </p:cNvPr>
          <p:cNvSpPr>
            <a:spLocks noGrp="1"/>
          </p:cNvSpPr>
          <p:nvPr/>
        </p:nvSpPr>
        <p:spPr>
          <a:xfrm>
            <a:off x="609600" y="2286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DADE36A-2032-4008-A0FF-292FB504D7A4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CD33E18-01BB-4EB1-92F8-22D520BDC592}"/>
              </a:ext>
            </a:extLst>
          </p:cNvPr>
          <p:cNvSpPr>
            <a:spLocks noGrp="1"/>
          </p:cNvSpPr>
          <p:nvPr/>
        </p:nvSpPr>
        <p:spPr>
          <a:xfrm>
            <a:off x="609600" y="3810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0560F5F-9011-40CB-8133-191A0F7A5F99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972A472-DCCE-4B21-8C6E-03488F1C400C}"/>
              </a:ext>
            </a:extLst>
          </p:cNvPr>
          <p:cNvSpPr>
            <a:spLocks noGrp="1"/>
          </p:cNvSpPr>
          <p:nvPr/>
        </p:nvSpPr>
        <p:spPr>
          <a:xfrm>
            <a:off x="609600" y="5334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A107C4D-0894-4013-82E5-505CA096DA27}"/>
              </a:ext>
            </a:extLst>
          </p:cNvPr>
          <p:cNvSpPr>
            <a:spLocks noGrp="1"/>
          </p:cNvSpPr>
          <p:nvPr/>
        </p:nvSpPr>
        <p:spPr>
          <a:xfrm>
            <a:off x="609600" y="6096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E38DF9C-58B6-44EF-A293-45E43F493BE3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rPr>
              <a:t>TRY CLUSTER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E22EE69-4111-47DB-A390-27F36A0B58FB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8858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QR 코드로 실제 배포 서비스에 접속할 수 있습니다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B1D3481-12CF-4BC9-AD90-89012ADBF797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10972800" cy="12383"/>
          </a:xfrm>
          <a:prstGeom prst="rect">
            <a:avLst/>
          </a:prstGeom>
          <a:solidFill>
            <a:srgbClr val="D8D6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EDB6251-A7BF-4B46-8BDA-308099E0FFE5}"/>
              </a:ext>
            </a:extLst>
          </p:cNvPr>
          <p:cNvSpPr>
            <a:spLocks noGrp="1"/>
          </p:cNvSpPr>
          <p:nvPr/>
        </p:nvSpPr>
        <p:spPr>
          <a:xfrm>
            <a:off x="11001375" y="34290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8C88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8C8880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4BA564F-AD33-4472-A8F4-E8D278D4D714}"/>
              </a:ext>
            </a:extLst>
          </p:cNvPr>
          <p:cNvSpPr>
            <a:spLocks noGrp="1"/>
          </p:cNvSpPr>
          <p:nvPr/>
        </p:nvSpPr>
        <p:spPr>
          <a:xfrm>
            <a:off x="4143375" y="1409700"/>
            <a:ext cx="390525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9" name="그림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36192" y="1790700"/>
            <a:ext cx="3119617" cy="3143250"/>
          </a:xfrm>
          <a:prstGeom prst="rect">
            <a:avLst/>
          </a:prstGeom>
        </p:spPr>
      </p:pic>
      <p:sp>
        <p:nvSpPr>
          <p:cNvPr id="30" name="직사각형 29">
            <a:extLst>
              <a:ext uri="{FF2B5EF4-FFF2-40B4-BE49-F238E27FC236}">
                <a16:creationId xmlns:a16="http://schemas.microsoft.com/office/drawing/2014/main" id="{A1469509-24A6-4B0D-9ED8-BE7D62F9CCCD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rPr>
              <a:t>지금 바로 접속해보세요</a:t>
            </a:r>
          </a:p>
        </p:txBody>
      </p:sp>
    </p:spTree>
    <p:extLst>
      <p:ext uri="{BB962C8B-B14F-4D97-AF65-F5344CB8AC3E}">
        <p14:creationId xmlns:p14="http://schemas.microsoft.com/office/powerpoint/2010/main" val="781871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직사각형 44">
            <a:extLst>
              <a:ext uri="{FF2B5EF4-FFF2-40B4-BE49-F238E27FC236}">
                <a16:creationId xmlns:a16="http://schemas.microsoft.com/office/drawing/2014/main" id="{ED75AD59-29BA-4F51-A108-261224C6109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837B726-AE6B-4510-BA24-CD53024BEB12}"/>
              </a:ext>
            </a:extLst>
          </p:cNvPr>
          <p:cNvSpPr>
            <a:spLocks noGrp="1"/>
          </p:cNvSpPr>
          <p:nvPr/>
        </p:nvSpPr>
        <p:spPr>
          <a:xfrm>
            <a:off x="762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4BF2EBE-FC8F-4381-A86A-76CCE97BD857}"/>
              </a:ext>
            </a:extLst>
          </p:cNvPr>
          <p:cNvSpPr>
            <a:spLocks noGrp="1"/>
          </p:cNvSpPr>
          <p:nvPr/>
        </p:nvSpPr>
        <p:spPr>
          <a:xfrm>
            <a:off x="1524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F1955A9-6BEC-4341-8290-8327A612FF5C}"/>
              </a:ext>
            </a:extLst>
          </p:cNvPr>
          <p:cNvSpPr>
            <a:spLocks noGrp="1"/>
          </p:cNvSpPr>
          <p:nvPr/>
        </p:nvSpPr>
        <p:spPr>
          <a:xfrm>
            <a:off x="2286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D47D9D1-A2D4-4309-A5B0-887078EEC7DD}"/>
              </a:ext>
            </a:extLst>
          </p:cNvPr>
          <p:cNvSpPr>
            <a:spLocks noGrp="1"/>
          </p:cNvSpPr>
          <p:nvPr/>
        </p:nvSpPr>
        <p:spPr>
          <a:xfrm>
            <a:off x="3048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D8EF790-7F19-473A-93E9-DE72B883BA9F}"/>
              </a:ext>
            </a:extLst>
          </p:cNvPr>
          <p:cNvSpPr>
            <a:spLocks noGrp="1"/>
          </p:cNvSpPr>
          <p:nvPr/>
        </p:nvSpPr>
        <p:spPr>
          <a:xfrm>
            <a:off x="3810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5A875C6-FC12-49E2-8D1C-450A4AF2C1BB}"/>
              </a:ext>
            </a:extLst>
          </p:cNvPr>
          <p:cNvSpPr>
            <a:spLocks noGrp="1"/>
          </p:cNvSpPr>
          <p:nvPr/>
        </p:nvSpPr>
        <p:spPr>
          <a:xfrm>
            <a:off x="4572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EABA72E-C179-4D38-949E-D829A6E13506}"/>
              </a:ext>
            </a:extLst>
          </p:cNvPr>
          <p:cNvSpPr>
            <a:spLocks noGrp="1"/>
          </p:cNvSpPr>
          <p:nvPr/>
        </p:nvSpPr>
        <p:spPr>
          <a:xfrm>
            <a:off x="5334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C584879-EA3E-4867-B9A8-131A310F308B}"/>
              </a:ext>
            </a:extLst>
          </p:cNvPr>
          <p:cNvSpPr>
            <a:spLocks noGrp="1"/>
          </p:cNvSpPr>
          <p:nvPr/>
        </p:nvSpPr>
        <p:spPr>
          <a:xfrm>
            <a:off x="6096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4AA5E81-CA0B-4F7E-BBC9-BC31826EB77C}"/>
              </a:ext>
            </a:extLst>
          </p:cNvPr>
          <p:cNvSpPr>
            <a:spLocks noGrp="1"/>
          </p:cNvSpPr>
          <p:nvPr/>
        </p:nvSpPr>
        <p:spPr>
          <a:xfrm>
            <a:off x="6858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7803239-6242-41EE-B623-A07D1412EB25}"/>
              </a:ext>
            </a:extLst>
          </p:cNvPr>
          <p:cNvSpPr>
            <a:spLocks noGrp="1"/>
          </p:cNvSpPr>
          <p:nvPr/>
        </p:nvSpPr>
        <p:spPr>
          <a:xfrm>
            <a:off x="7620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46F09C5-8350-4C8A-BC55-85B5111A93B1}"/>
              </a:ext>
            </a:extLst>
          </p:cNvPr>
          <p:cNvSpPr>
            <a:spLocks noGrp="1"/>
          </p:cNvSpPr>
          <p:nvPr/>
        </p:nvSpPr>
        <p:spPr>
          <a:xfrm>
            <a:off x="8382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84A5459-4159-4004-AF63-532473B878F3}"/>
              </a:ext>
            </a:extLst>
          </p:cNvPr>
          <p:cNvSpPr>
            <a:spLocks noGrp="1"/>
          </p:cNvSpPr>
          <p:nvPr/>
        </p:nvSpPr>
        <p:spPr>
          <a:xfrm>
            <a:off x="9144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4E875FC-A381-49EF-A181-CD6B40581D9D}"/>
              </a:ext>
            </a:extLst>
          </p:cNvPr>
          <p:cNvSpPr>
            <a:spLocks noGrp="1"/>
          </p:cNvSpPr>
          <p:nvPr/>
        </p:nvSpPr>
        <p:spPr>
          <a:xfrm>
            <a:off x="9906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E07498E-E465-46CE-A877-5540CD8D5D23}"/>
              </a:ext>
            </a:extLst>
          </p:cNvPr>
          <p:cNvSpPr>
            <a:spLocks noGrp="1"/>
          </p:cNvSpPr>
          <p:nvPr/>
        </p:nvSpPr>
        <p:spPr>
          <a:xfrm>
            <a:off x="10668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5DEFBE9-1571-4261-BC13-0214DDCBBEEF}"/>
              </a:ext>
            </a:extLst>
          </p:cNvPr>
          <p:cNvSpPr>
            <a:spLocks noGrp="1"/>
          </p:cNvSpPr>
          <p:nvPr/>
        </p:nvSpPr>
        <p:spPr>
          <a:xfrm>
            <a:off x="11430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A94C2AB-CBE3-42C7-BE09-8D8DC50DBB6F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EF6E34A-15AD-454E-AEC2-3E050AA798D1}"/>
              </a:ext>
            </a:extLst>
          </p:cNvPr>
          <p:cNvSpPr>
            <a:spLocks noGrp="1"/>
          </p:cNvSpPr>
          <p:nvPr/>
        </p:nvSpPr>
        <p:spPr>
          <a:xfrm>
            <a:off x="609600" y="2286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2969BDF-3157-45E6-9BF4-E84D016920DD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2D99348-34B7-40AD-9CD6-DB955203A170}"/>
              </a:ext>
            </a:extLst>
          </p:cNvPr>
          <p:cNvSpPr>
            <a:spLocks noGrp="1"/>
          </p:cNvSpPr>
          <p:nvPr/>
        </p:nvSpPr>
        <p:spPr>
          <a:xfrm>
            <a:off x="609600" y="3810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9B002B3-7F82-4A9F-BB35-EF279836C628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9288FA9-5450-4C16-ACA9-A71F3E2FB1D9}"/>
              </a:ext>
            </a:extLst>
          </p:cNvPr>
          <p:cNvSpPr>
            <a:spLocks noGrp="1"/>
          </p:cNvSpPr>
          <p:nvPr/>
        </p:nvSpPr>
        <p:spPr>
          <a:xfrm>
            <a:off x="609600" y="5334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8A12B87-E825-43A6-8CD7-733302C8C700}"/>
              </a:ext>
            </a:extLst>
          </p:cNvPr>
          <p:cNvSpPr>
            <a:spLocks noGrp="1"/>
          </p:cNvSpPr>
          <p:nvPr/>
        </p:nvSpPr>
        <p:spPr>
          <a:xfrm>
            <a:off x="609600" y="6096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771A649-E5C5-4095-8B04-E0D186D538B1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rPr>
              <a:t>LIMITATIONS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E2721C4-83E7-4FB9-8705-09BF989FF14B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8858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기획 의도와 실제 사용 조건 사이의 세 가지 괴리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B4CEB08-0628-4522-BF4F-42FDD5D6ED13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10972800" cy="12383"/>
          </a:xfrm>
          <a:prstGeom prst="rect">
            <a:avLst/>
          </a:prstGeom>
          <a:solidFill>
            <a:srgbClr val="D8D6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BA01611-046C-465C-A64E-3AE59B068464}"/>
              </a:ext>
            </a:extLst>
          </p:cNvPr>
          <p:cNvSpPr>
            <a:spLocks noGrp="1"/>
          </p:cNvSpPr>
          <p:nvPr/>
        </p:nvSpPr>
        <p:spPr>
          <a:xfrm>
            <a:off x="11001375" y="34290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8C88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8C8880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BADC55F-0C41-4437-B8A9-44F21597FADC}"/>
              </a:ext>
            </a:extLst>
          </p:cNvPr>
          <p:cNvSpPr>
            <a:spLocks noGrp="1"/>
          </p:cNvSpPr>
          <p:nvPr/>
        </p:nvSpPr>
        <p:spPr>
          <a:xfrm>
            <a:off x="952500" y="1638300"/>
            <a:ext cx="91440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3AC641B-A9E9-4738-91CE-564C74956679}"/>
              </a:ext>
            </a:extLst>
          </p:cNvPr>
          <p:cNvSpPr>
            <a:spLocks noGrp="1"/>
          </p:cNvSpPr>
          <p:nvPr/>
        </p:nvSpPr>
        <p:spPr>
          <a:xfrm>
            <a:off x="1200150" y="1847850"/>
            <a:ext cx="514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B2AC635-927B-45EF-896B-38150E3B46FA}"/>
              </a:ext>
            </a:extLst>
          </p:cNvPr>
          <p:cNvSpPr>
            <a:spLocks noGrp="1"/>
          </p:cNvSpPr>
          <p:nvPr/>
        </p:nvSpPr>
        <p:spPr>
          <a:xfrm>
            <a:off x="2000250" y="1809750"/>
            <a:ext cx="22383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얼굴 임베딩 정확도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1C17C73-B41C-441A-B25F-B155BBD44A66}"/>
              </a:ext>
            </a:extLst>
          </p:cNvPr>
          <p:cNvSpPr>
            <a:spLocks noGrp="1"/>
          </p:cNvSpPr>
          <p:nvPr/>
        </p:nvSpPr>
        <p:spPr>
          <a:xfrm>
            <a:off x="5334000" y="180975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555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5524D"/>
                </a:solidFill>
                <a:latin typeface="Apple SD Gothic Neo"/>
                <a:ea typeface="Apple SD Gothic Neo"/>
                <a:cs typeface="Apple SD Gothic Neo"/>
              </a:rPr>
              <a:t>의도: 물적 증거 기반 기록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221A4E7-A3BD-47D5-AD20-53ED9B5BB980}"/>
              </a:ext>
            </a:extLst>
          </p:cNvPr>
          <p:cNvSpPr>
            <a:spLocks noGrp="1"/>
          </p:cNvSpPr>
          <p:nvPr/>
        </p:nvSpPr>
        <p:spPr>
          <a:xfrm>
            <a:off x="5334000" y="2133600"/>
            <a:ext cx="409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8A15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8A1538"/>
                </a:solidFill>
                <a:latin typeface="Apple SD Gothic Neo"/>
                <a:ea typeface="Apple SD Gothic Neo"/>
                <a:cs typeface="Apple SD Gothic Neo"/>
              </a:rPr>
              <a:t>현실: threshold를 실사용자 사진으로 검증하지 못함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8F845CC-2E55-4049-85A3-878E59271BAB}"/>
              </a:ext>
            </a:extLst>
          </p:cNvPr>
          <p:cNvSpPr>
            <a:spLocks noGrp="1"/>
          </p:cNvSpPr>
          <p:nvPr/>
        </p:nvSpPr>
        <p:spPr>
          <a:xfrm>
            <a:off x="1257300" y="2857500"/>
            <a:ext cx="8534400" cy="876300"/>
          </a:xfrm>
          <a:prstGeom prst="rect">
            <a:avLst/>
          </a:prstGeom>
          <a:solidFill>
            <a:srgbClr val="F7F6F3"/>
          </a:solidFill>
          <a:ln w="9525">
            <a:solidFill>
              <a:srgbClr val="4F2D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D6F80CD-6FBF-4FE0-B353-3FC1BF91BBC9}"/>
              </a:ext>
            </a:extLst>
          </p:cNvPr>
          <p:cNvSpPr>
            <a:spLocks noGrp="1"/>
          </p:cNvSpPr>
          <p:nvPr/>
        </p:nvSpPr>
        <p:spPr>
          <a:xfrm>
            <a:off x="1504950" y="3067050"/>
            <a:ext cx="514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815A9C7-5C43-4CEB-A896-6E824736239B}"/>
              </a:ext>
            </a:extLst>
          </p:cNvPr>
          <p:cNvSpPr>
            <a:spLocks noGrp="1"/>
          </p:cNvSpPr>
          <p:nvPr/>
        </p:nvSpPr>
        <p:spPr>
          <a:xfrm>
            <a:off x="2305050" y="3028950"/>
            <a:ext cx="22383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자동화의 전제 조건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1925F6D-DE71-4CBF-923B-1B5C00409889}"/>
              </a:ext>
            </a:extLst>
          </p:cNvPr>
          <p:cNvSpPr>
            <a:spLocks noGrp="1"/>
          </p:cNvSpPr>
          <p:nvPr/>
        </p:nvSpPr>
        <p:spPr>
          <a:xfrm>
            <a:off x="5334000" y="302895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555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5524D"/>
                </a:solidFill>
                <a:latin typeface="Apple SD Gothic Neo"/>
                <a:ea typeface="Apple SD Gothic Neo"/>
                <a:cs typeface="Apple SD Gothic Neo"/>
              </a:rPr>
              <a:t>의도: 사진 업로드 하나로 자동화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57372FA-4060-441D-B17E-5A083ADDCFA5}"/>
              </a:ext>
            </a:extLst>
          </p:cNvPr>
          <p:cNvSpPr>
            <a:spLocks noGrp="1"/>
          </p:cNvSpPr>
          <p:nvPr/>
        </p:nvSpPr>
        <p:spPr>
          <a:xfrm>
            <a:off x="5334000" y="3352800"/>
            <a:ext cx="409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8A15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8A1538"/>
                </a:solidFill>
                <a:latin typeface="Apple SD Gothic Neo"/>
                <a:ea typeface="Apple SD Gothic Neo"/>
                <a:cs typeface="Apple SD Gothic Neo"/>
              </a:rPr>
              <a:t>현실: People·Place·Schedule 선등록이 필요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272A199-377F-430B-B43A-8DEF7914C046}"/>
              </a:ext>
            </a:extLst>
          </p:cNvPr>
          <p:cNvSpPr>
            <a:spLocks noGrp="1"/>
          </p:cNvSpPr>
          <p:nvPr/>
        </p:nvSpPr>
        <p:spPr>
          <a:xfrm>
            <a:off x="1562100" y="4076700"/>
            <a:ext cx="79248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3386437-A781-4FDF-996F-ACD8D04B04A1}"/>
              </a:ext>
            </a:extLst>
          </p:cNvPr>
          <p:cNvSpPr>
            <a:spLocks noGrp="1"/>
          </p:cNvSpPr>
          <p:nvPr/>
        </p:nvSpPr>
        <p:spPr>
          <a:xfrm>
            <a:off x="1809750" y="4286250"/>
            <a:ext cx="514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CD646B12-A00E-419A-87ED-619591570E68}"/>
              </a:ext>
            </a:extLst>
          </p:cNvPr>
          <p:cNvSpPr>
            <a:spLocks noGrp="1"/>
          </p:cNvSpPr>
          <p:nvPr/>
        </p:nvSpPr>
        <p:spPr>
          <a:xfrm>
            <a:off x="2609850" y="4248150"/>
            <a:ext cx="22383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EXIF 의존성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0C5FD95-B584-4AF4-89A8-8754A97766B7}"/>
              </a:ext>
            </a:extLst>
          </p:cNvPr>
          <p:cNvSpPr>
            <a:spLocks noGrp="1"/>
          </p:cNvSpPr>
          <p:nvPr/>
        </p:nvSpPr>
        <p:spPr>
          <a:xfrm>
            <a:off x="5334000" y="424815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555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5524D"/>
                </a:solidFill>
                <a:latin typeface="Apple SD Gothic Neo"/>
                <a:ea typeface="Apple SD Gothic Neo"/>
                <a:cs typeface="Apple SD Gothic Neo"/>
              </a:rPr>
              <a:t>의도: GPS·촬영 시간으로 진실성 확보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1A56A718-874B-4CF6-A66D-6D08CF568DA3}"/>
              </a:ext>
            </a:extLst>
          </p:cNvPr>
          <p:cNvSpPr>
            <a:spLocks noGrp="1"/>
          </p:cNvSpPr>
          <p:nvPr/>
        </p:nvSpPr>
        <p:spPr>
          <a:xfrm>
            <a:off x="5334000" y="4572000"/>
            <a:ext cx="409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8A15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8A1538"/>
                </a:solidFill>
                <a:latin typeface="Apple SD Gothic Neo"/>
                <a:ea typeface="Apple SD Gothic Neo"/>
                <a:cs typeface="Apple SD Gothic Neo"/>
              </a:rPr>
              <a:t>현실: 메신저·SNS 사진은 EXIF가 없는 경우가 많음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0416563-BBD5-4801-848A-6E50D9FD5433}"/>
              </a:ext>
            </a:extLst>
          </p:cNvPr>
          <p:cNvSpPr>
            <a:spLocks noGrp="1"/>
          </p:cNvSpPr>
          <p:nvPr/>
        </p:nvSpPr>
        <p:spPr>
          <a:xfrm>
            <a:off x="9639300" y="1752600"/>
            <a:ext cx="904875" cy="335280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4F2D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7847374E-B9D5-4025-8511-1D409E47093A}"/>
              </a:ext>
            </a:extLst>
          </p:cNvPr>
          <p:cNvSpPr>
            <a:spLocks noGrp="1"/>
          </p:cNvSpPr>
          <p:nvPr/>
        </p:nvSpPr>
        <p:spPr>
          <a:xfrm>
            <a:off x="9858375" y="3095625"/>
            <a:ext cx="476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rPr>
              <a:t>GAP</a:t>
            </a:r>
          </a:p>
        </p:txBody>
      </p:sp>
    </p:spTree>
    <p:extLst>
      <p:ext uri="{BB962C8B-B14F-4D97-AF65-F5344CB8AC3E}">
        <p14:creationId xmlns:p14="http://schemas.microsoft.com/office/powerpoint/2010/main" val="18217419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>
            <a:extLst>
              <a:ext uri="{FF2B5EF4-FFF2-40B4-BE49-F238E27FC236}">
                <a16:creationId xmlns:a16="http://schemas.microsoft.com/office/drawing/2014/main" id="{4AF5A6D0-5B77-4A75-AE9E-23EC0824546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8B937F2-4C20-4186-8C58-5482013C3005}"/>
              </a:ext>
            </a:extLst>
          </p:cNvPr>
          <p:cNvSpPr>
            <a:spLocks noGrp="1"/>
          </p:cNvSpPr>
          <p:nvPr/>
        </p:nvSpPr>
        <p:spPr>
          <a:xfrm>
            <a:off x="762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6AA78C5-27F7-4D80-A229-689CEBEFB9BA}"/>
              </a:ext>
            </a:extLst>
          </p:cNvPr>
          <p:cNvSpPr>
            <a:spLocks noGrp="1"/>
          </p:cNvSpPr>
          <p:nvPr/>
        </p:nvSpPr>
        <p:spPr>
          <a:xfrm>
            <a:off x="1524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95B04D2-39C7-44B9-8ACC-65CA3868838A}"/>
              </a:ext>
            </a:extLst>
          </p:cNvPr>
          <p:cNvSpPr>
            <a:spLocks noGrp="1"/>
          </p:cNvSpPr>
          <p:nvPr/>
        </p:nvSpPr>
        <p:spPr>
          <a:xfrm>
            <a:off x="2286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682D466-949E-4090-BDB0-86A270FE9031}"/>
              </a:ext>
            </a:extLst>
          </p:cNvPr>
          <p:cNvSpPr>
            <a:spLocks noGrp="1"/>
          </p:cNvSpPr>
          <p:nvPr/>
        </p:nvSpPr>
        <p:spPr>
          <a:xfrm>
            <a:off x="3048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381A68E-2031-40E6-AE2A-7893ECD2E820}"/>
              </a:ext>
            </a:extLst>
          </p:cNvPr>
          <p:cNvSpPr>
            <a:spLocks noGrp="1"/>
          </p:cNvSpPr>
          <p:nvPr/>
        </p:nvSpPr>
        <p:spPr>
          <a:xfrm>
            <a:off x="3810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275ECFA-4838-4199-8C53-A0A51CC1F065}"/>
              </a:ext>
            </a:extLst>
          </p:cNvPr>
          <p:cNvSpPr>
            <a:spLocks noGrp="1"/>
          </p:cNvSpPr>
          <p:nvPr/>
        </p:nvSpPr>
        <p:spPr>
          <a:xfrm>
            <a:off x="4572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0B6B67E-48F5-4C7F-AA8B-6A0C1F0B3382}"/>
              </a:ext>
            </a:extLst>
          </p:cNvPr>
          <p:cNvSpPr>
            <a:spLocks noGrp="1"/>
          </p:cNvSpPr>
          <p:nvPr/>
        </p:nvSpPr>
        <p:spPr>
          <a:xfrm>
            <a:off x="5334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7DF3F62-981C-43EA-91AA-4537A67176B1}"/>
              </a:ext>
            </a:extLst>
          </p:cNvPr>
          <p:cNvSpPr>
            <a:spLocks noGrp="1"/>
          </p:cNvSpPr>
          <p:nvPr/>
        </p:nvSpPr>
        <p:spPr>
          <a:xfrm>
            <a:off x="6096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82B935C-6F86-4A27-8936-C24A5271A7B8}"/>
              </a:ext>
            </a:extLst>
          </p:cNvPr>
          <p:cNvSpPr>
            <a:spLocks noGrp="1"/>
          </p:cNvSpPr>
          <p:nvPr/>
        </p:nvSpPr>
        <p:spPr>
          <a:xfrm>
            <a:off x="6858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156C303-174E-4CC0-AFC3-CBC6E9022589}"/>
              </a:ext>
            </a:extLst>
          </p:cNvPr>
          <p:cNvSpPr>
            <a:spLocks noGrp="1"/>
          </p:cNvSpPr>
          <p:nvPr/>
        </p:nvSpPr>
        <p:spPr>
          <a:xfrm>
            <a:off x="7620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BF09B6B-3FC7-433B-9ABB-1F4A3AD1E077}"/>
              </a:ext>
            </a:extLst>
          </p:cNvPr>
          <p:cNvSpPr>
            <a:spLocks noGrp="1"/>
          </p:cNvSpPr>
          <p:nvPr/>
        </p:nvSpPr>
        <p:spPr>
          <a:xfrm>
            <a:off x="8382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C0B993D-7777-47E3-BFA6-1F738460560E}"/>
              </a:ext>
            </a:extLst>
          </p:cNvPr>
          <p:cNvSpPr>
            <a:spLocks noGrp="1"/>
          </p:cNvSpPr>
          <p:nvPr/>
        </p:nvSpPr>
        <p:spPr>
          <a:xfrm>
            <a:off x="9144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57E8D3B-1DEF-4150-A474-F72604D3CC2A}"/>
              </a:ext>
            </a:extLst>
          </p:cNvPr>
          <p:cNvSpPr>
            <a:spLocks noGrp="1"/>
          </p:cNvSpPr>
          <p:nvPr/>
        </p:nvSpPr>
        <p:spPr>
          <a:xfrm>
            <a:off x="9906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F27E8CA-3D8F-407D-A49B-548CD035A25C}"/>
              </a:ext>
            </a:extLst>
          </p:cNvPr>
          <p:cNvSpPr>
            <a:spLocks noGrp="1"/>
          </p:cNvSpPr>
          <p:nvPr/>
        </p:nvSpPr>
        <p:spPr>
          <a:xfrm>
            <a:off x="10668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E7A90C8-D1A1-4F1D-BB14-659B8EB935AF}"/>
              </a:ext>
            </a:extLst>
          </p:cNvPr>
          <p:cNvSpPr>
            <a:spLocks noGrp="1"/>
          </p:cNvSpPr>
          <p:nvPr/>
        </p:nvSpPr>
        <p:spPr>
          <a:xfrm>
            <a:off x="11430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FE122A4-D66F-49A8-98CE-BA520015F2EA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8FA3F6F-B64D-4CC6-B529-B306545502E2}"/>
              </a:ext>
            </a:extLst>
          </p:cNvPr>
          <p:cNvSpPr>
            <a:spLocks noGrp="1"/>
          </p:cNvSpPr>
          <p:nvPr/>
        </p:nvSpPr>
        <p:spPr>
          <a:xfrm>
            <a:off x="609600" y="2286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B59624F-F67E-49B1-B0F2-85034F357EE5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D73675D-41E5-4390-9786-78ED742AE9D0}"/>
              </a:ext>
            </a:extLst>
          </p:cNvPr>
          <p:cNvSpPr>
            <a:spLocks noGrp="1"/>
          </p:cNvSpPr>
          <p:nvPr/>
        </p:nvSpPr>
        <p:spPr>
          <a:xfrm>
            <a:off x="609600" y="3810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018FDEF-951C-49D8-A57C-D45BD18C0917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E775030-3059-4F76-8609-DECF2C9BAB5A}"/>
              </a:ext>
            </a:extLst>
          </p:cNvPr>
          <p:cNvSpPr>
            <a:spLocks noGrp="1"/>
          </p:cNvSpPr>
          <p:nvPr/>
        </p:nvSpPr>
        <p:spPr>
          <a:xfrm>
            <a:off x="609600" y="5334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E3C8C3C-37A6-4142-8ED2-4FFDE2277344}"/>
              </a:ext>
            </a:extLst>
          </p:cNvPr>
          <p:cNvSpPr>
            <a:spLocks noGrp="1"/>
          </p:cNvSpPr>
          <p:nvPr/>
        </p:nvSpPr>
        <p:spPr>
          <a:xfrm>
            <a:off x="609600" y="6096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895580D-16D3-4D71-913B-81761C842C5E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rPr>
              <a:t>ROADMAP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661DA42-973B-4A4F-891D-69B70B0DAC8E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8858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한계와 향후계획을 1:1로 연결한다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249F837-6750-4D8F-887F-8D673B314996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10972800" cy="12383"/>
          </a:xfrm>
          <a:prstGeom prst="rect">
            <a:avLst/>
          </a:prstGeom>
          <a:solidFill>
            <a:srgbClr val="D8D6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1FB4C20-7581-4344-B907-E37530CB727D}"/>
              </a:ext>
            </a:extLst>
          </p:cNvPr>
          <p:cNvSpPr>
            <a:spLocks noGrp="1"/>
          </p:cNvSpPr>
          <p:nvPr/>
        </p:nvSpPr>
        <p:spPr>
          <a:xfrm>
            <a:off x="11001375" y="34290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8C88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8C8880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2594477-343F-4D3A-A988-5D09E972A465}"/>
              </a:ext>
            </a:extLst>
          </p:cNvPr>
          <p:cNvSpPr>
            <a:spLocks noGrp="1"/>
          </p:cNvSpPr>
          <p:nvPr/>
        </p:nvSpPr>
        <p:spPr>
          <a:xfrm>
            <a:off x="1047750" y="1571625"/>
            <a:ext cx="100965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1E9F13F-C7E2-4B26-ADBA-CC2257ED9ECC}"/>
              </a:ext>
            </a:extLst>
          </p:cNvPr>
          <p:cNvSpPr>
            <a:spLocks noGrp="1"/>
          </p:cNvSpPr>
          <p:nvPr/>
        </p:nvSpPr>
        <p:spPr>
          <a:xfrm>
            <a:off x="1314450" y="1819275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rPr>
              <a:t>얼굴 인식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B56BADD-4819-4DD1-BB5D-339DCC390788}"/>
              </a:ext>
            </a:extLst>
          </p:cNvPr>
          <p:cNvSpPr>
            <a:spLocks noGrp="1"/>
          </p:cNvSpPr>
          <p:nvPr/>
        </p:nvSpPr>
        <p:spPr>
          <a:xfrm>
            <a:off x="3429000" y="1809750"/>
            <a:ext cx="3619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threshold 튜닝 + 사용자 수정 피드백 루프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8C847FC-BABE-4AD9-9378-D758AC1682AB}"/>
              </a:ext>
            </a:extLst>
          </p:cNvPr>
          <p:cNvSpPr>
            <a:spLocks noGrp="1"/>
          </p:cNvSpPr>
          <p:nvPr/>
        </p:nvSpPr>
        <p:spPr>
          <a:xfrm>
            <a:off x="7810500" y="1809750"/>
            <a:ext cx="2762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555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24D"/>
                </a:solidFill>
                <a:latin typeface="Apple SD Gothic Neo"/>
                <a:ea typeface="Apple SD Gothic Neo"/>
                <a:cs typeface="Apple SD Gothic Neo"/>
              </a:rPr>
              <a:t>상용 Face API 검토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A7D4771-8617-4E7B-BCFA-BEA016E4C503}"/>
              </a:ext>
            </a:extLst>
          </p:cNvPr>
          <p:cNvSpPr>
            <a:spLocks noGrp="1"/>
          </p:cNvSpPr>
          <p:nvPr/>
        </p:nvSpPr>
        <p:spPr>
          <a:xfrm>
            <a:off x="1047750" y="2714625"/>
            <a:ext cx="10096500" cy="781050"/>
          </a:xfrm>
          <a:prstGeom prst="rect">
            <a:avLst/>
          </a:prstGeom>
          <a:solidFill>
            <a:srgbClr val="F7F6F3"/>
          </a:solidFill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CF02FB2-274D-4AAB-A264-0A070298488B}"/>
              </a:ext>
            </a:extLst>
          </p:cNvPr>
          <p:cNvSpPr>
            <a:spLocks noGrp="1"/>
          </p:cNvSpPr>
          <p:nvPr/>
        </p:nvSpPr>
        <p:spPr>
          <a:xfrm>
            <a:off x="1314450" y="2962275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rPr>
              <a:t>자동화 구조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E453407-A648-4D08-876F-94B1C754432F}"/>
              </a:ext>
            </a:extLst>
          </p:cNvPr>
          <p:cNvSpPr>
            <a:spLocks noGrp="1"/>
          </p:cNvSpPr>
          <p:nvPr/>
        </p:nvSpPr>
        <p:spPr>
          <a:xfrm>
            <a:off x="3429000" y="2952750"/>
            <a:ext cx="3619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연락처·사진·캘린더 최초 1회 연동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DD42CC1-86A4-4417-951F-FD827729F9D3}"/>
              </a:ext>
            </a:extLst>
          </p:cNvPr>
          <p:cNvSpPr>
            <a:spLocks noGrp="1"/>
          </p:cNvSpPr>
          <p:nvPr/>
        </p:nvSpPr>
        <p:spPr>
          <a:xfrm>
            <a:off x="7810500" y="2952750"/>
            <a:ext cx="2762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555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24D"/>
                </a:solidFill>
                <a:latin typeface="Apple SD Gothic Neo"/>
                <a:ea typeface="Apple SD Gothic Neo"/>
                <a:cs typeface="Apple SD Gothic Neo"/>
              </a:rPr>
              <a:t>선등록 없이 자동 생성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069F84D-3824-4509-A21B-833792C0BF45}"/>
              </a:ext>
            </a:extLst>
          </p:cNvPr>
          <p:cNvSpPr>
            <a:spLocks noGrp="1"/>
          </p:cNvSpPr>
          <p:nvPr/>
        </p:nvSpPr>
        <p:spPr>
          <a:xfrm>
            <a:off x="1047750" y="3857625"/>
            <a:ext cx="100965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CFD8768-2771-4467-8963-EB5C96F4741D}"/>
              </a:ext>
            </a:extLst>
          </p:cNvPr>
          <p:cNvSpPr>
            <a:spLocks noGrp="1"/>
          </p:cNvSpPr>
          <p:nvPr/>
        </p:nvSpPr>
        <p:spPr>
          <a:xfrm>
            <a:off x="1314450" y="4105275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rPr>
              <a:t>EXIF 없는 사진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CDAFEC3-916D-45FD-BFC9-B7F2468C96B8}"/>
              </a:ext>
            </a:extLst>
          </p:cNvPr>
          <p:cNvSpPr>
            <a:spLocks noGrp="1"/>
          </p:cNvSpPr>
          <p:nvPr/>
        </p:nvSpPr>
        <p:spPr>
          <a:xfrm>
            <a:off x="3429000" y="4095750"/>
            <a:ext cx="3619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최소 수동 입력 UI 추가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AEE940C6-93C1-41F0-B265-873F83E786FE}"/>
              </a:ext>
            </a:extLst>
          </p:cNvPr>
          <p:cNvSpPr>
            <a:spLocks noGrp="1"/>
          </p:cNvSpPr>
          <p:nvPr/>
        </p:nvSpPr>
        <p:spPr>
          <a:xfrm>
            <a:off x="7810500" y="4095750"/>
            <a:ext cx="2762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555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24D"/>
                </a:solidFill>
                <a:latin typeface="Apple SD Gothic Neo"/>
                <a:ea typeface="Apple SD Gothic Neo"/>
                <a:cs typeface="Apple SD Gothic Neo"/>
              </a:rPr>
              <a:t>날짜 기반 매칭 분기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E5E0733B-5A62-43AB-8CC0-C22412E676E2}"/>
              </a:ext>
            </a:extLst>
          </p:cNvPr>
          <p:cNvSpPr>
            <a:spLocks noGrp="1"/>
          </p:cNvSpPr>
          <p:nvPr/>
        </p:nvSpPr>
        <p:spPr>
          <a:xfrm>
            <a:off x="1952625" y="5572125"/>
            <a:ext cx="8286750" cy="457200"/>
          </a:xfrm>
          <a:prstGeom prst="rect">
            <a:avLst/>
          </a:prstGeom>
          <a:solidFill>
            <a:srgbClr val="2421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BE407F25-D390-46F4-8B00-4CFC7E9A2F6B}"/>
              </a:ext>
            </a:extLst>
          </p:cNvPr>
          <p:cNvSpPr>
            <a:spLocks noGrp="1"/>
          </p:cNvSpPr>
          <p:nvPr/>
        </p:nvSpPr>
        <p:spPr>
          <a:xfrm>
            <a:off x="2143125" y="5695950"/>
            <a:ext cx="7905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진짜 자동화는 사용자가 이미 쓰고 있는 데이터에서 시작해야 합니다</a:t>
            </a:r>
          </a:p>
        </p:txBody>
      </p:sp>
    </p:spTree>
    <p:extLst>
      <p:ext uri="{BB962C8B-B14F-4D97-AF65-F5344CB8AC3E}">
        <p14:creationId xmlns:p14="http://schemas.microsoft.com/office/powerpoint/2010/main" val="14109929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FDB42FDF-1629-4CE5-BBAD-AB6D3A64681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11E204B-61A5-48C8-B6B0-9D8E722960DF}"/>
              </a:ext>
            </a:extLst>
          </p:cNvPr>
          <p:cNvSpPr>
            <a:spLocks noGrp="1"/>
          </p:cNvSpPr>
          <p:nvPr/>
        </p:nvSpPr>
        <p:spPr>
          <a:xfrm>
            <a:off x="762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FC11B75-299F-4E58-AA48-88DF84389341}"/>
              </a:ext>
            </a:extLst>
          </p:cNvPr>
          <p:cNvSpPr>
            <a:spLocks noGrp="1"/>
          </p:cNvSpPr>
          <p:nvPr/>
        </p:nvSpPr>
        <p:spPr>
          <a:xfrm>
            <a:off x="1524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16EC4F0-80CA-4530-A4B9-1A2058203A46}"/>
              </a:ext>
            </a:extLst>
          </p:cNvPr>
          <p:cNvSpPr>
            <a:spLocks noGrp="1"/>
          </p:cNvSpPr>
          <p:nvPr/>
        </p:nvSpPr>
        <p:spPr>
          <a:xfrm>
            <a:off x="2286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4A3AF32-CB6F-4ECF-8105-122FBE321570}"/>
              </a:ext>
            </a:extLst>
          </p:cNvPr>
          <p:cNvSpPr>
            <a:spLocks noGrp="1"/>
          </p:cNvSpPr>
          <p:nvPr/>
        </p:nvSpPr>
        <p:spPr>
          <a:xfrm>
            <a:off x="3048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5E0B6D8-5526-411E-9A07-B3C3A77164AC}"/>
              </a:ext>
            </a:extLst>
          </p:cNvPr>
          <p:cNvSpPr>
            <a:spLocks noGrp="1"/>
          </p:cNvSpPr>
          <p:nvPr/>
        </p:nvSpPr>
        <p:spPr>
          <a:xfrm>
            <a:off x="3810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F503725-8BC6-42B4-9BA7-9609C99BD3B0}"/>
              </a:ext>
            </a:extLst>
          </p:cNvPr>
          <p:cNvSpPr>
            <a:spLocks noGrp="1"/>
          </p:cNvSpPr>
          <p:nvPr/>
        </p:nvSpPr>
        <p:spPr>
          <a:xfrm>
            <a:off x="4572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615299A-6A93-4D4D-AD6F-7FF53B07A8CC}"/>
              </a:ext>
            </a:extLst>
          </p:cNvPr>
          <p:cNvSpPr>
            <a:spLocks noGrp="1"/>
          </p:cNvSpPr>
          <p:nvPr/>
        </p:nvSpPr>
        <p:spPr>
          <a:xfrm>
            <a:off x="5334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B8F459A-B7DA-49F3-B83B-CF79DA8C363B}"/>
              </a:ext>
            </a:extLst>
          </p:cNvPr>
          <p:cNvSpPr>
            <a:spLocks noGrp="1"/>
          </p:cNvSpPr>
          <p:nvPr/>
        </p:nvSpPr>
        <p:spPr>
          <a:xfrm>
            <a:off x="6096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D096D9B-F2C0-4D48-912D-C89F3371D7A0}"/>
              </a:ext>
            </a:extLst>
          </p:cNvPr>
          <p:cNvSpPr>
            <a:spLocks noGrp="1"/>
          </p:cNvSpPr>
          <p:nvPr/>
        </p:nvSpPr>
        <p:spPr>
          <a:xfrm>
            <a:off x="6858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BC922A6-B6B6-4B68-96D1-97AFFFF0D291}"/>
              </a:ext>
            </a:extLst>
          </p:cNvPr>
          <p:cNvSpPr>
            <a:spLocks noGrp="1"/>
          </p:cNvSpPr>
          <p:nvPr/>
        </p:nvSpPr>
        <p:spPr>
          <a:xfrm>
            <a:off x="7620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63E6505-823E-479E-B665-D6A555881CD3}"/>
              </a:ext>
            </a:extLst>
          </p:cNvPr>
          <p:cNvSpPr>
            <a:spLocks noGrp="1"/>
          </p:cNvSpPr>
          <p:nvPr/>
        </p:nvSpPr>
        <p:spPr>
          <a:xfrm>
            <a:off x="8382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FFC4BDE-7BA5-4FD8-AE12-DE7C36E868EB}"/>
              </a:ext>
            </a:extLst>
          </p:cNvPr>
          <p:cNvSpPr>
            <a:spLocks noGrp="1"/>
          </p:cNvSpPr>
          <p:nvPr/>
        </p:nvSpPr>
        <p:spPr>
          <a:xfrm>
            <a:off x="9144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A9D1F19-414F-45EF-BEEE-ECC4C8B3F426}"/>
              </a:ext>
            </a:extLst>
          </p:cNvPr>
          <p:cNvSpPr>
            <a:spLocks noGrp="1"/>
          </p:cNvSpPr>
          <p:nvPr/>
        </p:nvSpPr>
        <p:spPr>
          <a:xfrm>
            <a:off x="9906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F365478-2BDE-473B-BBB7-07C872C96FDE}"/>
              </a:ext>
            </a:extLst>
          </p:cNvPr>
          <p:cNvSpPr>
            <a:spLocks noGrp="1"/>
          </p:cNvSpPr>
          <p:nvPr/>
        </p:nvSpPr>
        <p:spPr>
          <a:xfrm>
            <a:off x="10668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9834274-80D8-4BCC-BD65-EB856A305F2C}"/>
              </a:ext>
            </a:extLst>
          </p:cNvPr>
          <p:cNvSpPr>
            <a:spLocks noGrp="1"/>
          </p:cNvSpPr>
          <p:nvPr/>
        </p:nvSpPr>
        <p:spPr>
          <a:xfrm>
            <a:off x="11430000" y="1219200"/>
            <a:ext cx="9525" cy="4762500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82AF79E-468B-4AF4-BB7D-64CFA3E963F2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8D0FD74-3157-4EC8-8474-A16B507B0DE2}"/>
              </a:ext>
            </a:extLst>
          </p:cNvPr>
          <p:cNvSpPr>
            <a:spLocks noGrp="1"/>
          </p:cNvSpPr>
          <p:nvPr/>
        </p:nvSpPr>
        <p:spPr>
          <a:xfrm>
            <a:off x="609600" y="2286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49CCB00-6746-489A-87B9-74AB62E8DACA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0A1A695-E0E7-40C4-AEC4-F8DCFD10C741}"/>
              </a:ext>
            </a:extLst>
          </p:cNvPr>
          <p:cNvSpPr>
            <a:spLocks noGrp="1"/>
          </p:cNvSpPr>
          <p:nvPr/>
        </p:nvSpPr>
        <p:spPr>
          <a:xfrm>
            <a:off x="609600" y="3810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F598903-9801-4705-B319-182AF51B6C34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E3ABA9D-2FEA-42AA-A5A7-FCD668EC8F2B}"/>
              </a:ext>
            </a:extLst>
          </p:cNvPr>
          <p:cNvSpPr>
            <a:spLocks noGrp="1"/>
          </p:cNvSpPr>
          <p:nvPr/>
        </p:nvSpPr>
        <p:spPr>
          <a:xfrm>
            <a:off x="609600" y="5334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DFD2516-3656-4B19-BB8A-41B0EC1E8C32}"/>
              </a:ext>
            </a:extLst>
          </p:cNvPr>
          <p:cNvSpPr>
            <a:spLocks noGrp="1"/>
          </p:cNvSpPr>
          <p:nvPr/>
        </p:nvSpPr>
        <p:spPr>
          <a:xfrm>
            <a:off x="609600" y="6096000"/>
            <a:ext cx="10972800" cy="9525"/>
          </a:xfrm>
          <a:prstGeom prst="rect">
            <a:avLst/>
          </a:prstGeom>
          <a:solidFill>
            <a:srgbClr val="F0E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4BFB08E-347F-48EF-A7E8-E9EA0A6B2D14}"/>
              </a:ext>
            </a:extLst>
          </p:cNvPr>
          <p:cNvSpPr>
            <a:spLocks noGrp="1"/>
          </p:cNvSpPr>
          <p:nvPr/>
        </p:nvSpPr>
        <p:spPr>
          <a:xfrm>
            <a:off x="0" y="1047750"/>
            <a:ext cx="12192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4350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rPr>
              <a:t>CLUSTER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1314239-2BAB-47ED-B735-6572BA6874B7}"/>
              </a:ext>
            </a:extLst>
          </p:cNvPr>
          <p:cNvSpPr>
            <a:spLocks noGrp="1"/>
          </p:cNvSpPr>
          <p:nvPr/>
        </p:nvSpPr>
        <p:spPr>
          <a:xfrm>
            <a:off x="4905375" y="1952625"/>
            <a:ext cx="2381250" cy="28575"/>
          </a:xfrm>
          <a:prstGeom prst="rect">
            <a:avLst/>
          </a:prstGeom>
          <a:solidFill>
            <a:srgbClr val="4F2D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8AD496C-04B6-4F06-8183-F12EDDACD1EC}"/>
              </a:ext>
            </a:extLst>
          </p:cNvPr>
          <p:cNvSpPr>
            <a:spLocks noGrp="1"/>
          </p:cNvSpPr>
          <p:nvPr/>
        </p:nvSpPr>
        <p:spPr>
          <a:xfrm>
            <a:off x="2476500" y="2714625"/>
            <a:ext cx="7239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People — 누구와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750E788-5214-46EE-BCE2-525D999CB31F}"/>
              </a:ext>
            </a:extLst>
          </p:cNvPr>
          <p:cNvSpPr>
            <a:spLocks noGrp="1"/>
          </p:cNvSpPr>
          <p:nvPr/>
        </p:nvSpPr>
        <p:spPr>
          <a:xfrm>
            <a:off x="2476500" y="3286125"/>
            <a:ext cx="7239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Place — 어디서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567132B-80E1-48EE-B390-DBDAD43AA2C9}"/>
              </a:ext>
            </a:extLst>
          </p:cNvPr>
          <p:cNvSpPr>
            <a:spLocks noGrp="1"/>
          </p:cNvSpPr>
          <p:nvPr/>
        </p:nvSpPr>
        <p:spPr>
          <a:xfrm>
            <a:off x="2476500" y="3857625"/>
            <a:ext cx="7239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81818"/>
                </a:solidFill>
                <a:latin typeface="Apple SD Gothic Neo"/>
                <a:ea typeface="Apple SD Gothic Neo"/>
                <a:cs typeface="Apple SD Gothic Neo"/>
              </a:rPr>
              <a:t>Calendar — 언제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C1B48B7-52F1-4856-91C4-5F2E87A4C83B}"/>
              </a:ext>
            </a:extLst>
          </p:cNvPr>
          <p:cNvSpPr>
            <a:spLocks noGrp="1"/>
          </p:cNvSpPr>
          <p:nvPr/>
        </p:nvSpPr>
        <p:spPr>
          <a:xfrm>
            <a:off x="0" y="5429250"/>
            <a:ext cx="12192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025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4F2D8A"/>
                </a:solidFill>
                <a:latin typeface="Apple SD Gothic Neo"/>
                <a:ea typeface="Apple SD Gothic Neo"/>
                <a:cs typeface="Apple SD Gothic Neo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18265046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765</Words>
  <Application>Microsoft Macintosh PowerPoint</Application>
  <DocSecurity>0</DocSecurity>
  <PresentationFormat>와이드스크린</PresentationFormat>
  <Paragraphs>219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Apple SD Gothic Neo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최우석</cp:lastModifiedBy>
  <cp:revision>1</cp:revision>
  <dcterms:created xsi:type="dcterms:W3CDTF">2026-05-18T15:24:51Z</dcterms:created>
  <dcterms:modified xsi:type="dcterms:W3CDTF">2026-05-19T04:23:22Z</dcterms:modified>
</cp:coreProperties>
</file>